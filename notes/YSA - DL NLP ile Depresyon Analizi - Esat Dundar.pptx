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0"/>
  </p:notesMasterIdLst>
  <p:handoutMasterIdLst>
    <p:handoutMasterId r:id="rId21"/>
  </p:handoutMasterIdLst>
  <p:sldIdLst>
    <p:sldId id="256" r:id="rId5"/>
    <p:sldId id="277" r:id="rId6"/>
    <p:sldId id="261" r:id="rId7"/>
    <p:sldId id="262" r:id="rId8"/>
    <p:sldId id="289" r:id="rId9"/>
    <p:sldId id="264" r:id="rId10"/>
    <p:sldId id="258" r:id="rId11"/>
    <p:sldId id="278" r:id="rId12"/>
    <p:sldId id="266" r:id="rId13"/>
    <p:sldId id="294" r:id="rId14"/>
    <p:sldId id="293" r:id="rId15"/>
    <p:sldId id="270" r:id="rId16"/>
    <p:sldId id="271" r:id="rId17"/>
    <p:sldId id="260" r:id="rId18"/>
    <p:sldId id="276" r:id="rId19"/>
  </p:sldIdLst>
  <p:sldSz cx="12192000" cy="6858000"/>
  <p:notesSz cx="6858000" cy="9144000"/>
  <p:defaultTextStyle>
    <a:defPPr rtl="0">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Yaza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6540" y="181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dirty="0"/>
          </a:p>
        </p:txBody>
      </p:sp>
      <p:sp>
        <p:nvSpPr>
          <p:cNvPr id="3" name="Tarih Yer Tutucusu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9F9ECB12-CFC6-4350-A4DE-F8F826AE66F1}" type="datetime1">
              <a:rPr lang="tr-TR" smtClean="0"/>
              <a:t>10.12.2024</a:t>
            </a:fld>
            <a:endParaRPr lang="tr-TR" dirty="0"/>
          </a:p>
        </p:txBody>
      </p:sp>
      <p:sp>
        <p:nvSpPr>
          <p:cNvPr id="4" name="Alt Bilgi Yer Tutucusu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dirty="0"/>
          </a:p>
        </p:txBody>
      </p:sp>
      <p:sp>
        <p:nvSpPr>
          <p:cNvPr id="5" name="Slayt Numarası Yer Tutucusu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tr-TR" smtClean="0"/>
              <a:t>‹#›</a:t>
            </a:fld>
            <a:endParaRPr lang="tr-TR"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noProof="0" dirty="0"/>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D9799371-706D-44BC-B89E-BBDA88FAFD5A}" type="datetime1">
              <a:rPr lang="tr-TR" noProof="0" smtClean="0"/>
              <a:t>10.12.2024</a:t>
            </a:fld>
            <a:endParaRPr lang="tr-TR" noProof="0" dirty="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tr-TR" noProof="0" dirty="0"/>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noProof="0" dirty="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tr-TR" noProof="0" smtClean="0"/>
              <a:t>‹#›</a:t>
            </a:fld>
            <a:endParaRPr lang="tr-TR" noProof="0"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1</a:t>
            </a:fld>
            <a:endParaRPr lang="tr-TR" dirty="0"/>
          </a:p>
        </p:txBody>
      </p:sp>
    </p:spTree>
    <p:extLst>
      <p:ext uri="{BB962C8B-B14F-4D97-AF65-F5344CB8AC3E}">
        <p14:creationId xmlns:p14="http://schemas.microsoft.com/office/powerpoint/2010/main" val="2133298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2</a:t>
            </a:fld>
            <a:endParaRPr lang="tr-TR" dirty="0"/>
          </a:p>
        </p:txBody>
      </p:sp>
    </p:spTree>
    <p:extLst>
      <p:ext uri="{BB962C8B-B14F-4D97-AF65-F5344CB8AC3E}">
        <p14:creationId xmlns:p14="http://schemas.microsoft.com/office/powerpoint/2010/main" val="1846568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3</a:t>
            </a:fld>
            <a:endParaRPr lang="tr-TR" dirty="0"/>
          </a:p>
        </p:txBody>
      </p:sp>
    </p:spTree>
    <p:extLst>
      <p:ext uri="{BB962C8B-B14F-4D97-AF65-F5344CB8AC3E}">
        <p14:creationId xmlns:p14="http://schemas.microsoft.com/office/powerpoint/2010/main" val="3423420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dirty="0"/>
          </a:p>
        </p:txBody>
      </p:sp>
      <p:sp>
        <p:nvSpPr>
          <p:cNvPr id="4" name="Slayt Numarası Yer Tutucusu 3"/>
          <p:cNvSpPr>
            <a:spLocks noGrp="1"/>
          </p:cNvSpPr>
          <p:nvPr>
            <p:ph type="sldNum" sz="quarter" idx="5"/>
          </p:nvPr>
        </p:nvSpPr>
        <p:spPr/>
        <p:txBody>
          <a:bodyPr rtlCol="0"/>
          <a:lstStyle/>
          <a:p>
            <a:pPr rtl="0"/>
            <a:fld id="{D4B9A9E5-4F7F-4A7D-9DE1-899232329269}" type="slidenum">
              <a:rPr lang="tr-TR" smtClean="0"/>
              <a:t>4</a:t>
            </a:fld>
            <a:endParaRPr lang="tr-TR" dirty="0"/>
          </a:p>
        </p:txBody>
      </p:sp>
    </p:spTree>
    <p:extLst>
      <p:ext uri="{BB962C8B-B14F-4D97-AF65-F5344CB8AC3E}">
        <p14:creationId xmlns:p14="http://schemas.microsoft.com/office/powerpoint/2010/main" val="3886065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5</a:t>
            </a:fld>
            <a:endParaRPr lang="tr-TR" dirty="0"/>
          </a:p>
        </p:txBody>
      </p:sp>
    </p:spTree>
    <p:extLst>
      <p:ext uri="{BB962C8B-B14F-4D97-AF65-F5344CB8AC3E}">
        <p14:creationId xmlns:p14="http://schemas.microsoft.com/office/powerpoint/2010/main" val="2119066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6</a:t>
            </a:fld>
            <a:endParaRPr lang="tr-TR" dirty="0"/>
          </a:p>
        </p:txBody>
      </p:sp>
    </p:spTree>
    <p:extLst>
      <p:ext uri="{BB962C8B-B14F-4D97-AF65-F5344CB8AC3E}">
        <p14:creationId xmlns:p14="http://schemas.microsoft.com/office/powerpoint/2010/main" val="2066317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7</a:t>
            </a:fld>
            <a:endParaRPr lang="tr-TR" dirty="0"/>
          </a:p>
        </p:txBody>
      </p:sp>
    </p:spTree>
    <p:extLst>
      <p:ext uri="{BB962C8B-B14F-4D97-AF65-F5344CB8AC3E}">
        <p14:creationId xmlns:p14="http://schemas.microsoft.com/office/powerpoint/2010/main" val="69041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8</a:t>
            </a:fld>
            <a:endParaRPr lang="tr-TR" dirty="0"/>
          </a:p>
        </p:txBody>
      </p:sp>
    </p:spTree>
    <p:extLst>
      <p:ext uri="{BB962C8B-B14F-4D97-AF65-F5344CB8AC3E}">
        <p14:creationId xmlns:p14="http://schemas.microsoft.com/office/powerpoint/2010/main" val="3095590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9</a:t>
            </a:fld>
            <a:endParaRPr lang="tr-TR" dirty="0"/>
          </a:p>
        </p:txBody>
      </p:sp>
    </p:spTree>
    <p:extLst>
      <p:ext uri="{BB962C8B-B14F-4D97-AF65-F5344CB8AC3E}">
        <p14:creationId xmlns:p14="http://schemas.microsoft.com/office/powerpoint/2010/main" val="38328309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BC666-F7A6-2840-6094-41B4F8AE882B}"/>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C6DDD9AC-7966-2900-3B37-32F6D29F847B}"/>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D0241C9-8DB2-97AA-5C28-DC2871515124}"/>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1D220C6D-1574-062D-FF79-5F9099B6D1B0}"/>
              </a:ext>
            </a:extLst>
          </p:cNvPr>
          <p:cNvSpPr>
            <a:spLocks noGrp="1"/>
          </p:cNvSpPr>
          <p:nvPr>
            <p:ph type="sldNum" sz="quarter" idx="5"/>
          </p:nvPr>
        </p:nvSpPr>
        <p:spPr/>
        <p:txBody>
          <a:bodyPr/>
          <a:lstStyle/>
          <a:p>
            <a:pPr rtl="0"/>
            <a:fld id="{D4B9A9E5-4F7F-4A7D-9DE1-899232329269}" type="slidenum">
              <a:rPr lang="tr-TR" smtClean="0"/>
              <a:t>10</a:t>
            </a:fld>
            <a:endParaRPr lang="tr-TR" dirty="0"/>
          </a:p>
        </p:txBody>
      </p:sp>
    </p:spTree>
    <p:extLst>
      <p:ext uri="{BB962C8B-B14F-4D97-AF65-F5344CB8AC3E}">
        <p14:creationId xmlns:p14="http://schemas.microsoft.com/office/powerpoint/2010/main" val="9802222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11</a:t>
            </a:fld>
            <a:endParaRPr lang="tr-TR" dirty="0"/>
          </a:p>
        </p:txBody>
      </p:sp>
    </p:spTree>
    <p:extLst>
      <p:ext uri="{BB962C8B-B14F-4D97-AF65-F5344CB8AC3E}">
        <p14:creationId xmlns:p14="http://schemas.microsoft.com/office/powerpoint/2010/main" val="1149562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12</a:t>
            </a:fld>
            <a:endParaRPr lang="tr-TR" dirty="0"/>
          </a:p>
        </p:txBody>
      </p:sp>
    </p:spTree>
    <p:extLst>
      <p:ext uri="{BB962C8B-B14F-4D97-AF65-F5344CB8AC3E}">
        <p14:creationId xmlns:p14="http://schemas.microsoft.com/office/powerpoint/2010/main" val="18899568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13</a:t>
            </a:fld>
            <a:endParaRPr lang="tr-TR" dirty="0"/>
          </a:p>
        </p:txBody>
      </p:sp>
    </p:spTree>
    <p:extLst>
      <p:ext uri="{BB962C8B-B14F-4D97-AF65-F5344CB8AC3E}">
        <p14:creationId xmlns:p14="http://schemas.microsoft.com/office/powerpoint/2010/main" val="13032944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14</a:t>
            </a:fld>
            <a:endParaRPr lang="tr-TR" dirty="0"/>
          </a:p>
        </p:txBody>
      </p:sp>
    </p:spTree>
    <p:extLst>
      <p:ext uri="{BB962C8B-B14F-4D97-AF65-F5344CB8AC3E}">
        <p14:creationId xmlns:p14="http://schemas.microsoft.com/office/powerpoint/2010/main" val="4769515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15</a:t>
            </a:fld>
            <a:endParaRPr lang="tr-TR" dirty="0"/>
          </a:p>
        </p:txBody>
      </p:sp>
    </p:spTree>
    <p:extLst>
      <p:ext uri="{BB962C8B-B14F-4D97-AF65-F5344CB8AC3E}">
        <p14:creationId xmlns:p14="http://schemas.microsoft.com/office/powerpoint/2010/main" val="29545998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3.svg"/><Relationship Id="rId4" Type="http://schemas.openxmlformats.org/officeDocument/2006/relationships/image" Target="../media/image2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lvl1pPr>
          </a:lstStyle>
          <a:p>
            <a:pPr rtl="0"/>
            <a:r>
              <a:rPr lang="tr-TR" noProof="0"/>
              <a:t>ANA BAŞLIK STİLİNİ DÜZENLEMEK İÇİN TIKLAYIN</a:t>
            </a:r>
          </a:p>
        </p:txBody>
      </p:sp>
      <p:sp>
        <p:nvSpPr>
          <p:cNvPr id="3" name="Alt Başlık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6416041" y="5586890"/>
            <a:ext cx="4941770" cy="396660"/>
          </a:xfrm>
        </p:spPr>
        <p:txBody>
          <a:bodyPr rtlCol="0">
            <a:normAutofit/>
          </a:bodyPr>
          <a:lstStyle>
            <a:lvl1pPr marL="0" indent="0" algn="l">
              <a:lnSpc>
                <a:spcPct val="100000"/>
              </a:lnSpc>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tr-TR" noProof="0"/>
              <a:t>Asıl alt başlık stilini düzenlemek için tıklatın</a:t>
            </a:r>
          </a:p>
        </p:txBody>
      </p:sp>
      <p:pic>
        <p:nvPicPr>
          <p:cNvPr id="8" name="Grafik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Gündem">
    <p:bg>
      <p:bgPr>
        <a:solidFill>
          <a:schemeClr val="tx1"/>
        </a:solidFill>
        <a:effectLst/>
      </p:bgPr>
    </p:b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Başlık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bg1"/>
                </a:solidFill>
              </a:defRPr>
            </a:lvl1pPr>
          </a:lstStyle>
          <a:p>
            <a:pPr rtl="0"/>
            <a:r>
              <a:rPr lang="tr-TR" noProof="0"/>
              <a:t>ANA BAŞLIK STİLİNİ DÜZENLEMEK İÇİN TIKLAYIN</a:t>
            </a:r>
          </a:p>
        </p:txBody>
      </p:sp>
      <p:sp>
        <p:nvSpPr>
          <p:cNvPr id="3" name="İçerik Yer Tutucusu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rtlCol="0">
            <a:normAutofit/>
          </a:bodyPr>
          <a:lstStyle>
            <a:lvl1pPr marL="0" indent="0">
              <a:lnSpc>
                <a:spcPct val="120000"/>
              </a:lnSpc>
              <a:spcBef>
                <a:spcPts val="1000"/>
              </a:spcBef>
              <a:buNone/>
              <a:defRPr sz="1400" baseline="0">
                <a:solidFill>
                  <a:schemeClr val="bg1"/>
                </a:solidFill>
              </a:defRPr>
            </a:lvl1pPr>
            <a:lvl2pPr marL="457200" indent="0">
              <a:lnSpc>
                <a:spcPct val="120000"/>
              </a:lnSpc>
              <a:spcBef>
                <a:spcPts val="1000"/>
              </a:spcBef>
              <a:buNone/>
              <a:defRPr sz="1400" baseline="0">
                <a:solidFill>
                  <a:schemeClr val="bg1"/>
                </a:solidFill>
              </a:defRPr>
            </a:lvl2pPr>
            <a:lvl3pPr marL="914400" indent="0">
              <a:lnSpc>
                <a:spcPct val="120000"/>
              </a:lnSpc>
              <a:spcBef>
                <a:spcPts val="1000"/>
              </a:spcBef>
              <a:buNone/>
              <a:defRPr sz="1400" baseline="0">
                <a:solidFill>
                  <a:schemeClr val="bg1"/>
                </a:solidFill>
              </a:defRPr>
            </a:lvl3pPr>
            <a:lvl4pPr marL="1371600" indent="0">
              <a:lnSpc>
                <a:spcPct val="120000"/>
              </a:lnSpc>
              <a:spcBef>
                <a:spcPts val="1000"/>
              </a:spcBef>
              <a:buNone/>
              <a:defRPr sz="1400" baseline="0">
                <a:solidFill>
                  <a:schemeClr val="bg1"/>
                </a:solidFill>
              </a:defRPr>
            </a:lvl4pPr>
            <a:lvl5pPr marL="1828800" indent="0">
              <a:lnSpc>
                <a:spcPct val="120000"/>
              </a:lnSpc>
              <a:spcBef>
                <a:spcPts val="1000"/>
              </a:spcBef>
              <a:buNone/>
              <a:defRPr sz="1400" baseline="0">
                <a:solidFill>
                  <a:schemeClr val="bg1"/>
                </a:solidFill>
              </a:defRPr>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4" name="Tarih Yer Tutucusu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tr-TR" noProof="0" dirty="0"/>
              <a:t>20XX</a:t>
            </a:r>
          </a:p>
        </p:txBody>
      </p:sp>
      <p:sp>
        <p:nvSpPr>
          <p:cNvPr id="5" name="Alt Bilgi Yer Tutucusu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tr-TR" noProof="0" dirty="0"/>
              <a:t>Sunum Destesi</a:t>
            </a:r>
          </a:p>
        </p:txBody>
      </p:sp>
      <p:sp>
        <p:nvSpPr>
          <p:cNvPr id="6" name="Slayt Numarası Yer Tutucusu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Zaman çizelgesi">
    <p:spTree>
      <p:nvGrpSpPr>
        <p:cNvPr id="1" name=""/>
        <p:cNvGrpSpPr/>
        <p:nvPr/>
      </p:nvGrpSpPr>
      <p:grpSpPr>
        <a:xfrm>
          <a:off x="0" y="0"/>
          <a:ext cx="0" cy="0"/>
          <a:chOff x="0" y="0"/>
          <a:chExt cx="0" cy="0"/>
        </a:xfrm>
      </p:grpSpPr>
      <p:sp>
        <p:nvSpPr>
          <p:cNvPr id="12" name="Grafik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tr-TR" noProof="0" dirty="0">
              <a:latin typeface="Arial" panose="020B0604020202020204" pitchFamily="34" charset="0"/>
            </a:endParaRPr>
          </a:p>
        </p:txBody>
      </p:sp>
      <p:sp>
        <p:nvSpPr>
          <p:cNvPr id="2" name="Başlık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solidFill>
                <a:latin typeface="Arial" panose="020B0604020202020204" pitchFamily="34" charset="0"/>
                <a:ea typeface="+mj-ea"/>
                <a:cs typeface="+mj-cs"/>
              </a:defRPr>
            </a:lvl1pPr>
          </a:lstStyle>
          <a:p>
            <a:pPr rtl="0"/>
            <a:r>
              <a:rPr lang="tr-TR" noProof="0"/>
              <a:t>BAŞLIĞI DÜZENLEMEK İÇİN TIKLAYIN</a:t>
            </a:r>
          </a:p>
        </p:txBody>
      </p:sp>
      <p:sp>
        <p:nvSpPr>
          <p:cNvPr id="16" name="Metin Yer Tutucusu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lvl1pPr>
          </a:lstStyle>
          <a:p>
            <a:pPr lvl="0" rtl="0"/>
            <a:r>
              <a:rPr lang="tr-TR" noProof="0"/>
              <a:t>ASIL METİN STİLLERİNİ DÜZENLEMEK İÇİN TIKLAYIN</a:t>
            </a:r>
          </a:p>
        </p:txBody>
      </p:sp>
      <p:sp>
        <p:nvSpPr>
          <p:cNvPr id="17" name="Metin Yer Tutucusu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lvl1pPr>
          </a:lstStyle>
          <a:p>
            <a:pPr lvl="0" rtl="0"/>
            <a:r>
              <a:rPr lang="tr-TR" noProof="0"/>
              <a:t>ASIL METİN STİLLERİNİ DÜZENLEMEK İÇİN TIKLAYIN</a:t>
            </a:r>
          </a:p>
        </p:txBody>
      </p:sp>
      <p:sp>
        <p:nvSpPr>
          <p:cNvPr id="18" name="Metin Yer Tutucusu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lvl1pPr>
          </a:lstStyle>
          <a:p>
            <a:pPr lvl="0" rtl="0"/>
            <a:r>
              <a:rPr lang="tr-TR" noProof="0"/>
              <a:t>ASIL METİN STİLLERİNİ DÜZENLEMEK İÇİN TIKLAYIN</a:t>
            </a:r>
          </a:p>
        </p:txBody>
      </p:sp>
      <p:sp>
        <p:nvSpPr>
          <p:cNvPr id="19" name="Metin Yer Tutucusu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lvl1pPr>
          </a:lstStyle>
          <a:p>
            <a:pPr lvl="0" rtl="0"/>
            <a:r>
              <a:rPr lang="tr-TR" noProof="0"/>
              <a:t>ASIL METİN STİLLERİNİ DÜZENLEMEK İÇİN TIKLAYIN</a:t>
            </a:r>
          </a:p>
        </p:txBody>
      </p:sp>
      <p:sp>
        <p:nvSpPr>
          <p:cNvPr id="34" name="Metin Yer Tutucusu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lvl1pPr>
          </a:lstStyle>
          <a:p>
            <a:pPr lvl="0" rtl="0"/>
            <a:r>
              <a:rPr lang="tr-TR" noProof="0"/>
              <a:t>Ana metin stilini düzenlemek için tıklayın</a:t>
            </a:r>
          </a:p>
        </p:txBody>
      </p:sp>
      <p:sp>
        <p:nvSpPr>
          <p:cNvPr id="35" name="Metin Yer Tutucusu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73328"/>
            <a:ext cx="5539095" cy="1010842"/>
          </a:xfrm>
        </p:spPr>
        <p:txBody>
          <a:bodyPr rtlCol="0" anchor="t">
            <a:normAutofit/>
          </a:bodyPr>
          <a:lstStyle>
            <a:lvl1pPr marL="0" indent="0" algn="l">
              <a:lnSpc>
                <a:spcPct val="100000"/>
              </a:lnSpc>
              <a:buNone/>
              <a:defRPr sz="1400" spc="50" baseline="0"/>
            </a:lvl1pPr>
          </a:lstStyle>
          <a:p>
            <a:pPr lvl="0" rtl="0"/>
            <a:r>
              <a:rPr lang="tr-TR" noProof="0"/>
              <a:t>Ana metin stilini düzenlemek için tıklayın</a:t>
            </a:r>
          </a:p>
        </p:txBody>
      </p:sp>
      <p:sp>
        <p:nvSpPr>
          <p:cNvPr id="36" name="Metin Yer Tutucusu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lvl1pPr>
          </a:lstStyle>
          <a:p>
            <a:pPr lvl="0" rtl="0"/>
            <a:r>
              <a:rPr lang="tr-TR" noProof="0"/>
              <a:t>Ana metin stilini düzenlemek için tıklayın</a:t>
            </a:r>
          </a:p>
        </p:txBody>
      </p:sp>
      <p:sp>
        <p:nvSpPr>
          <p:cNvPr id="37" name="Metin Yer Tutucusu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lvl1pPr>
          </a:lstStyle>
          <a:p>
            <a:pPr lvl="0" rtl="0"/>
            <a:r>
              <a:rPr lang="tr-TR" noProof="0"/>
              <a:t>Ana metin stilini düzenlemek için tıklayın</a:t>
            </a:r>
          </a:p>
        </p:txBody>
      </p:sp>
      <p:cxnSp>
        <p:nvCxnSpPr>
          <p:cNvPr id="3" name="Düz Bağlayıcı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Düz Bağlayıcı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Düz Bağlayıcı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Düz Bağlayıcı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
        <p:nvSpPr>
          <p:cNvPr id="5" name="Tarih Yer Tutucusu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tr-TR" noProof="0" dirty="0"/>
              <a:t>20XX</a:t>
            </a:r>
          </a:p>
        </p:txBody>
      </p:sp>
      <p:sp>
        <p:nvSpPr>
          <p:cNvPr id="6" name="Alt Bilgi Yer Tutucusu 5">
            <a:extLst>
              <a:ext uri="{FF2B5EF4-FFF2-40B4-BE49-F238E27FC236}">
                <a16:creationId xmlns:a16="http://schemas.microsoft.com/office/drawing/2014/main" id="{6C710A8A-CEC9-4787-A745-C28DD965F7DD}"/>
              </a:ext>
            </a:extLst>
          </p:cNvPr>
          <p:cNvSpPr>
            <a:spLocks noGrp="1"/>
          </p:cNvSpPr>
          <p:nvPr>
            <p:ph type="ftr" sz="quarter" idx="11"/>
          </p:nvPr>
        </p:nvSpPr>
        <p:spPr>
          <a:xfrm>
            <a:off x="6175279" y="6356350"/>
            <a:ext cx="1808712" cy="365125"/>
          </a:xfrm>
        </p:spPr>
        <p:txBody>
          <a:bodyPr rtlCol="0"/>
          <a:lstStyle>
            <a:lvl1pPr>
              <a:defRPr sz="900"/>
            </a:lvl1pPr>
          </a:lstStyle>
          <a:p>
            <a:pPr algn="l" rtl="0"/>
            <a:r>
              <a:rPr lang="tr-TR" noProof="0" dirty="0"/>
              <a:t>Sunum Destesi</a:t>
            </a:r>
          </a:p>
        </p:txBody>
      </p:sp>
      <p:sp>
        <p:nvSpPr>
          <p:cNvPr id="7" name="Slayt Numarası Yer Tutucusu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çerik 2 Sütunu">
    <p:bg>
      <p:bgPr>
        <a:solidFill>
          <a:schemeClr val="tx1"/>
        </a:solidFill>
        <a:effectLst/>
      </p:bgPr>
    </p:bg>
    <p:spTree>
      <p:nvGrpSpPr>
        <p:cNvPr id="1" name=""/>
        <p:cNvGrpSpPr/>
        <p:nvPr/>
      </p:nvGrpSpPr>
      <p:grpSpPr>
        <a:xfrm>
          <a:off x="0" y="0"/>
          <a:ext cx="0" cy="0"/>
          <a:chOff x="0" y="0"/>
          <a:chExt cx="0" cy="0"/>
        </a:xfrm>
      </p:grpSpPr>
      <p:sp>
        <p:nvSpPr>
          <p:cNvPr id="14" name="Başlık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solidFill>
                <a:latin typeface="Arial" panose="020B0604020202020204" pitchFamily="34" charset="0"/>
                <a:ea typeface="+mj-ea"/>
                <a:cs typeface="+mj-cs"/>
              </a:defRPr>
            </a:lvl1pPr>
          </a:lstStyle>
          <a:p>
            <a:pPr rtl="0"/>
            <a:r>
              <a:rPr lang="tr-TR" noProof="0"/>
              <a:t>ANA BAŞLIK STİLİNİ DÜZENLEMEK İÇİN TIKLAYIN</a:t>
            </a:r>
          </a:p>
        </p:txBody>
      </p:sp>
      <p:sp>
        <p:nvSpPr>
          <p:cNvPr id="15" name="Metin Yer Tutucusu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bg1"/>
                </a:solidFill>
                <a:latin typeface="Arial" panose="020B0604020202020204" pitchFamily="34" charset="0"/>
                <a:ea typeface="+mj-ea"/>
                <a:cs typeface="+mj-cs"/>
              </a:defRPr>
            </a:lvl1pPr>
          </a:lstStyle>
          <a:p>
            <a:pPr lvl="0" rtl="0"/>
            <a:r>
              <a:rPr lang="tr-TR" noProof="0"/>
              <a:t>ALT BAŞLIK EKLEMEK İÇİN TIKLAYIN</a:t>
            </a:r>
          </a:p>
        </p:txBody>
      </p:sp>
      <p:sp>
        <p:nvSpPr>
          <p:cNvPr id="17" name="Metin Yer Tutucusu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tr-TR" noProof="0"/>
              <a:t>Metin eklemek için tıklayın</a:t>
            </a:r>
          </a:p>
        </p:txBody>
      </p:sp>
      <p:sp>
        <p:nvSpPr>
          <p:cNvPr id="31" name="Metin Yer Tutucusu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bg1"/>
                </a:solidFill>
                <a:latin typeface="Arial" panose="020B0604020202020204" pitchFamily="34" charset="0"/>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tr-TR" noProof="0"/>
              <a:t>ALT BAŞLIK EKLEMEK İÇİN TIKLAYIN</a:t>
            </a:r>
          </a:p>
        </p:txBody>
      </p:sp>
      <p:sp>
        <p:nvSpPr>
          <p:cNvPr id="32" name="Metin Yer Tutucusu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tr-TR" noProof="0"/>
              <a:t>Metin eklemek için tıklayın</a:t>
            </a:r>
          </a:p>
        </p:txBody>
      </p:sp>
      <p:sp>
        <p:nvSpPr>
          <p:cNvPr id="33" name="Metin Yer Tutucusu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bg1"/>
                </a:solidFill>
                <a:latin typeface="Arial" panose="020B0604020202020204" pitchFamily="34" charset="0"/>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tr-TR" noProof="0"/>
              <a:t>ALT BAŞLIK EKLEMEK İÇİN TIKLAYIN</a:t>
            </a:r>
          </a:p>
        </p:txBody>
      </p:sp>
      <p:sp>
        <p:nvSpPr>
          <p:cNvPr id="34" name="Metin Yer Tutucusu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tr-TR" noProof="0"/>
              <a:t>Metin eklemek için tıklayın</a:t>
            </a:r>
          </a:p>
        </p:txBody>
      </p:sp>
      <p:sp>
        <p:nvSpPr>
          <p:cNvPr id="12" name="Metin Yer Tutucusu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bg1"/>
                </a:solidFill>
                <a:latin typeface="Arial" panose="020B0604020202020204" pitchFamily="34" charset="0"/>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tr-TR" noProof="0"/>
              <a:t>ALT BAŞLIK EKLEMEK İÇİN TIKLAYIN</a:t>
            </a:r>
          </a:p>
        </p:txBody>
      </p:sp>
      <p:sp>
        <p:nvSpPr>
          <p:cNvPr id="13" name="Metin Yer Tutucusu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tr-TR" noProof="0"/>
              <a:t>Metin eklemek için tıklayın</a:t>
            </a:r>
          </a:p>
        </p:txBody>
      </p:sp>
      <p:sp>
        <p:nvSpPr>
          <p:cNvPr id="3" name="Tarih Yer Tutucusu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tr-TR" noProof="0" dirty="0"/>
              <a:t>20XX</a:t>
            </a:r>
          </a:p>
        </p:txBody>
      </p:sp>
      <p:sp>
        <p:nvSpPr>
          <p:cNvPr id="4" name="Alt Bilgi Yer Tutucusu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tr-TR" noProof="0" dirty="0"/>
              <a:t>Sunum Destesi</a:t>
            </a:r>
          </a:p>
        </p:txBody>
      </p:sp>
      <p:sp>
        <p:nvSpPr>
          <p:cNvPr id="5" name="Slayt Numarası Yer Tutucusu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tr-TR" noProof="0" smtClean="0"/>
              <a:t>‹#›</a:t>
            </a:fld>
            <a:endParaRPr lang="tr-TR" noProof="0" dirty="0"/>
          </a:p>
        </p:txBody>
      </p:sp>
      <p:cxnSp>
        <p:nvCxnSpPr>
          <p:cNvPr id="2" name="Düz Bağlayıcı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Düz Bağlayıcı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çerik 3 Sütunu">
    <p:bg>
      <p:bgPr>
        <a:solidFill>
          <a:schemeClr val="bg1"/>
        </a:solidFill>
        <a:effectLst/>
      </p:bgPr>
    </p:bg>
    <p:spTree>
      <p:nvGrpSpPr>
        <p:cNvPr id="1" name=""/>
        <p:cNvGrpSpPr/>
        <p:nvPr/>
      </p:nvGrpSpPr>
      <p:grpSpPr>
        <a:xfrm>
          <a:off x="0" y="0"/>
          <a:ext cx="0" cy="0"/>
          <a:chOff x="0" y="0"/>
          <a:chExt cx="0" cy="0"/>
        </a:xfrm>
      </p:grpSpPr>
      <p:sp>
        <p:nvSpPr>
          <p:cNvPr id="14" name="Başlık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solidFill>
                <a:latin typeface="Arial" panose="020B0604020202020204" pitchFamily="34" charset="0"/>
                <a:ea typeface="+mj-ea"/>
                <a:cs typeface="+mj-cs"/>
              </a:defRPr>
            </a:lvl1pPr>
          </a:lstStyle>
          <a:p>
            <a:pPr rtl="0"/>
            <a:r>
              <a:rPr lang="tr-TR" noProof="0"/>
              <a:t>ANA BAŞLIK STİLİNİ DÜZENLEMEK İÇİN TIKLAYIN</a:t>
            </a:r>
          </a:p>
        </p:txBody>
      </p:sp>
      <p:sp>
        <p:nvSpPr>
          <p:cNvPr id="15" name="Metin Yer Tutucusu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17" name="Metin Yer Tutucusu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16" name="Metin Yer Tutucusu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18" name="Metin Yer Tutucusu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19" name="Metin Yer Tutucusu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20" name="Metin Yer Tutucusu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23" name="Metin Yer Tutucusu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24" name="Metin Yer Tutucusu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3" name="Tarih Yer Tutucusu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tr-TR" noProof="0" dirty="0"/>
              <a:t>20XX</a:t>
            </a:r>
          </a:p>
        </p:txBody>
      </p:sp>
      <p:sp>
        <p:nvSpPr>
          <p:cNvPr id="4" name="Alt Bilgi Yer Tutucusu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r>
              <a:rPr lang="tr-TR" noProof="0" dirty="0"/>
              <a:t>Sunum Destesi</a:t>
            </a:r>
          </a:p>
        </p:txBody>
      </p:sp>
      <p:sp>
        <p:nvSpPr>
          <p:cNvPr id="5" name="Slayt Numarası Yer Tutucusu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tr-TR" noProof="0" smtClean="0"/>
              <a:pPr/>
              <a:t>‹#›</a:t>
            </a:fld>
            <a:endParaRPr lang="tr-TR" noProof="0" dirty="0"/>
          </a:p>
        </p:txBody>
      </p:sp>
      <p:pic>
        <p:nvPicPr>
          <p:cNvPr id="2" name="Grafik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Giriş">
    <p:bg>
      <p:bgPr>
        <a:solidFill>
          <a:schemeClr val="accent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solidFill>
                <a:latin typeface="Arial" panose="020B0604020202020204" pitchFamily="34" charset="0"/>
                <a:ea typeface="+mj-ea"/>
                <a:cs typeface="+mj-cs"/>
              </a:defRPr>
            </a:lvl1pPr>
          </a:lstStyle>
          <a:p>
            <a:pPr rtl="0"/>
            <a:r>
              <a:rPr lang="tr-TR" noProof="0"/>
              <a:t>ASIL BAŞLIK STİLİNİ DÜZENLEMEK İÇİN TIKLAYIN</a:t>
            </a:r>
          </a:p>
        </p:txBody>
      </p:sp>
      <p:sp>
        <p:nvSpPr>
          <p:cNvPr id="3" name="Metin Yer Tutucusu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rtlCol="0">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tr-TR" noProof="0"/>
              <a:t>Asıl metin stillerini düzenlemek için tıklayın</a:t>
            </a:r>
          </a:p>
        </p:txBody>
      </p:sp>
      <p:cxnSp>
        <p:nvCxnSpPr>
          <p:cNvPr id="14" name="Düz Bağlayıcı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Düz Bağlayıcı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arih Yer Tutucusu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tr-TR" noProof="0" dirty="0"/>
              <a:t>20XX</a:t>
            </a:r>
          </a:p>
        </p:txBody>
      </p:sp>
      <p:sp>
        <p:nvSpPr>
          <p:cNvPr id="10" name="Alt Bilgi Yer Tutucusu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tr-TR" noProof="0" dirty="0"/>
              <a:t>Sunum Destesi</a:t>
            </a:r>
          </a:p>
        </p:txBody>
      </p:sp>
      <p:sp>
        <p:nvSpPr>
          <p:cNvPr id="11" name="Slayt Numarası Yer Tutucusu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ölüm Sonu">
    <p:bg>
      <p:bgPr>
        <a:solidFill>
          <a:schemeClr val="tx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bg1"/>
                </a:solidFill>
              </a:defRPr>
            </a:lvl1pPr>
          </a:lstStyle>
          <a:p>
            <a:pPr rtl="0"/>
            <a:r>
              <a:rPr lang="tr-TR" noProof="0"/>
              <a:t>ANA BAŞLIK STİLİNİ DÜZENLEMEK İÇİN TIKLAYIN</a:t>
            </a:r>
          </a:p>
        </p:txBody>
      </p:sp>
      <p:pic>
        <p:nvPicPr>
          <p:cNvPr id="5" name="Grafik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ıntı">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Başlık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Arial" panose="020B0604020202020204" pitchFamily="34" charset="0"/>
                <a:ea typeface="+mj-ea"/>
                <a:cs typeface="+mj-cs"/>
              </a:defRPr>
            </a:lvl1pPr>
          </a:lstStyle>
          <a:p>
            <a:pPr rtl="0"/>
            <a:r>
              <a:rPr lang="tr-TR" noProof="0"/>
              <a:t>ANA BAŞLIK STİLİNİ DÜZENLEMEK İÇİN TIKLAYIN</a:t>
            </a:r>
          </a:p>
        </p:txBody>
      </p:sp>
      <p:cxnSp>
        <p:nvCxnSpPr>
          <p:cNvPr id="9" name="Düz Bağlayıcı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Metin Yer Tutucusu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12" name="Metin Yer Tutucusu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13" name="Metin Yer Tutucusu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14" name="Metin Yer Tutucusu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15" name="Metin Yer Tutucusu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16" name="Metin Yer Tutucusu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17" name="Tarih Yer Tutucusu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tr-TR" noProof="0" dirty="0"/>
              <a:t>20XX</a:t>
            </a:r>
          </a:p>
        </p:txBody>
      </p:sp>
      <p:sp>
        <p:nvSpPr>
          <p:cNvPr id="18" name="Alt Bilgi Yer Tutucusu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tr-TR" noProof="0" dirty="0"/>
              <a:t>Sunum Destesi</a:t>
            </a:r>
          </a:p>
        </p:txBody>
      </p:sp>
      <p:sp>
        <p:nvSpPr>
          <p:cNvPr id="19" name="Slayt Numarası Yer Tutucusu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tr-TR" noProof="0" smtClean="0"/>
              <a:pPr/>
              <a:t>‹#›</a:t>
            </a:fld>
            <a:endParaRPr lang="tr-TR" noProof="0"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Üç İçerik">
    <p:bg>
      <p:bgRef idx="1001">
        <a:schemeClr val="bg1"/>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solidFill>
                <a:latin typeface="Arial" panose="020B0604020202020204" pitchFamily="34" charset="0"/>
                <a:ea typeface="+mj-ea"/>
                <a:cs typeface="+mj-cs"/>
              </a:defRPr>
            </a:lvl1pPr>
          </a:lstStyle>
          <a:p>
            <a:pPr rtl="0"/>
            <a:r>
              <a:rPr lang="tr-TR" noProof="0"/>
              <a:t>ASIL BAŞLIK STİLİNİ DÜZENLEMEK İÇİN TIKLAYIN</a:t>
            </a:r>
          </a:p>
        </p:txBody>
      </p:sp>
      <p:sp>
        <p:nvSpPr>
          <p:cNvPr id="3" name="Metin Yer Tutucusu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ANA METNİ DÜZENLEMEK İÇİN TIKLAYIN</a:t>
            </a:r>
          </a:p>
        </p:txBody>
      </p:sp>
      <p:sp>
        <p:nvSpPr>
          <p:cNvPr id="4" name="İçerik Yer Tutucusu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5" name="Metin Yer Tutucusu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tr-TR" noProof="0"/>
              <a:t>ANA METNİ DÜZENLEMEK İÇİN TIKLAYIN</a:t>
            </a:r>
          </a:p>
        </p:txBody>
      </p:sp>
      <p:sp>
        <p:nvSpPr>
          <p:cNvPr id="6" name="İçerik Yer Tutucusu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cxnSp>
        <p:nvCxnSpPr>
          <p:cNvPr id="16" name="Düz Bağlayıcı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Düz Bağlayıcı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Metin Yer Tutucusu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ANA METNİ DÜZENLEMEK İÇİN TIKLAYIN</a:t>
            </a:r>
          </a:p>
        </p:txBody>
      </p:sp>
      <p:sp>
        <p:nvSpPr>
          <p:cNvPr id="22" name="İçerik Yer Tutucusu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7" name="Tarih Yer Tutucusu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tr-TR" noProof="0" dirty="0"/>
              <a:t>20XX</a:t>
            </a:r>
          </a:p>
        </p:txBody>
      </p:sp>
      <p:sp>
        <p:nvSpPr>
          <p:cNvPr id="8" name="Alt Bilgi Yer Tutucusu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tr-TR" noProof="0" dirty="0"/>
              <a:t>Sunum Destesi</a:t>
            </a:r>
          </a:p>
        </p:txBody>
      </p:sp>
      <p:sp>
        <p:nvSpPr>
          <p:cNvPr id="9" name="Slayt Numarası Yer Tutucusu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İçerik">
    <p:bg>
      <p:bgPr>
        <a:solidFill>
          <a:schemeClr val="tx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bg1"/>
                </a:solidFill>
                <a:latin typeface="Arial" panose="020B0604020202020204" pitchFamily="34" charset="0"/>
                <a:ea typeface="+mj-ea"/>
                <a:cs typeface="+mj-cs"/>
              </a:defRPr>
            </a:lvl1pPr>
          </a:lstStyle>
          <a:p>
            <a:pPr rtl="0"/>
            <a:r>
              <a:rPr lang="tr-TR" noProof="0"/>
              <a:t>ASIL BAŞLIK STİLİNİ DÜZENLEMEK İÇİN TIKLAYIN</a:t>
            </a:r>
          </a:p>
        </p:txBody>
      </p:sp>
      <p:pic>
        <p:nvPicPr>
          <p:cNvPr id="11" name="Grafik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fik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fik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3" name="Metin Yer Tutucusu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bg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t>
            </a:r>
          </a:p>
        </p:txBody>
      </p:sp>
      <p:sp>
        <p:nvSpPr>
          <p:cNvPr id="23" name="Metin Yer Tutucusu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bg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t>
            </a:r>
          </a:p>
        </p:txBody>
      </p:sp>
      <p:sp>
        <p:nvSpPr>
          <p:cNvPr id="24" name="Metin Yer Tutucusu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bg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t>
            </a:r>
          </a:p>
        </p:txBody>
      </p:sp>
      <p:sp>
        <p:nvSpPr>
          <p:cNvPr id="4" name="İçerik Yer Tutucusu 3">
            <a:extLst>
              <a:ext uri="{FF2B5EF4-FFF2-40B4-BE49-F238E27FC236}">
                <a16:creationId xmlns:a16="http://schemas.microsoft.com/office/drawing/2014/main" id="{AC9B20CF-6B91-4562-B799-0ABDAEBC0D2A}"/>
              </a:ext>
            </a:extLst>
          </p:cNvPr>
          <p:cNvSpPr>
            <a:spLocks noGrp="1"/>
          </p:cNvSpPr>
          <p:nvPr>
            <p:ph sz="half" idx="2" hasCustomPrompt="1"/>
          </p:nvPr>
        </p:nvSpPr>
        <p:spPr>
          <a:xfrm>
            <a:off x="1129698"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tr-TR" noProof="0"/>
              <a:t>Düzenlemek için tıklayın</a:t>
            </a:r>
          </a:p>
        </p:txBody>
      </p:sp>
      <p:sp>
        <p:nvSpPr>
          <p:cNvPr id="25" name="İçerik Yer Tutucusu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tr-TR" noProof="0"/>
              <a:t>Asıl metin stillerini düzenlemek için tıklayın</a:t>
            </a:r>
          </a:p>
        </p:txBody>
      </p:sp>
      <p:sp>
        <p:nvSpPr>
          <p:cNvPr id="6" name="İçerik Yer Tutucusu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4526261" y="4824188"/>
            <a:ext cx="3139479" cy="462927"/>
          </a:xfrm>
        </p:spPr>
        <p:txBody>
          <a:bodyPr rtlCol="0">
            <a:normAutofit/>
          </a:bodyPr>
          <a:lstStyle>
            <a:lvl1pPr marL="0" indent="0" algn="ctr">
              <a:lnSpc>
                <a:spcPct val="100000"/>
              </a:lnSpc>
              <a:buNone/>
              <a:defRPr sz="2000" cap="all" spc="50" baseline="0">
                <a:solidFill>
                  <a:schemeClr val="bg1"/>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tr-TR" noProof="0"/>
              <a:t>Düzenlemek için tıklayın</a:t>
            </a:r>
          </a:p>
        </p:txBody>
      </p:sp>
      <p:sp>
        <p:nvSpPr>
          <p:cNvPr id="26" name="İçerik Yer Tutucusu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rtlCol="0">
            <a:normAutofit/>
          </a:bodyPr>
          <a:lstStyle>
            <a:lvl1pPr marL="0" indent="0" algn="ctr">
              <a:lnSpc>
                <a:spcPct val="100000"/>
              </a:lnSpc>
              <a:buNone/>
              <a:defRPr sz="1400" cap="none" spc="50" baseline="0">
                <a:solidFill>
                  <a:schemeClr val="bg1"/>
                </a:solidFill>
              </a:defRPr>
            </a:lvl1pPr>
            <a:lvl2pPr marL="457200" indent="0" algn="ctr">
              <a:lnSpc>
                <a:spcPct val="100000"/>
              </a:lnSpc>
              <a:buNone/>
              <a:defRPr sz="1400" cap="none"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tr-TR" noProof="0"/>
              <a:t>Asıl metin stillerini düzenlemek için tıklayın</a:t>
            </a:r>
          </a:p>
          <a:p>
            <a:pPr lvl="1" rtl="0"/>
            <a:r>
              <a:rPr lang="tr-TR" noProof="0"/>
              <a:t>İkinci düzey</a:t>
            </a:r>
          </a:p>
        </p:txBody>
      </p:sp>
      <p:sp>
        <p:nvSpPr>
          <p:cNvPr id="22" name="İçerik Yer Tutucusu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7938210"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tr-TR" noProof="0"/>
              <a:t>Düzenlemek için tıklayın</a:t>
            </a:r>
          </a:p>
        </p:txBody>
      </p:sp>
      <p:sp>
        <p:nvSpPr>
          <p:cNvPr id="27" name="İçerik Yer Tutucusu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tr-TR" noProof="0"/>
              <a:t>Asıl metin stillerini düzenlemek için tıklayın</a:t>
            </a:r>
          </a:p>
        </p:txBody>
      </p:sp>
      <p:sp>
        <p:nvSpPr>
          <p:cNvPr id="7" name="Tarih Yer Tutucusu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tr-TR" noProof="0" dirty="0"/>
              <a:t>20XX</a:t>
            </a:r>
          </a:p>
        </p:txBody>
      </p:sp>
      <p:sp>
        <p:nvSpPr>
          <p:cNvPr id="8" name="Alt Bilgi Yer Tutucusu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tr-TR" noProof="0" dirty="0"/>
              <a:t>Sunum Destesi</a:t>
            </a:r>
          </a:p>
        </p:txBody>
      </p:sp>
      <p:sp>
        <p:nvSpPr>
          <p:cNvPr id="9" name="Slayt Numarası Yer Tutucusu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İki İçerik">
    <p:bg>
      <p:bgPr>
        <a:solidFill>
          <a:schemeClr val="accent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solidFill>
                <a:latin typeface="Arial" panose="020B0604020202020204" pitchFamily="34" charset="0"/>
                <a:ea typeface="+mj-ea"/>
                <a:cs typeface="+mj-cs"/>
              </a:defRPr>
            </a:lvl1pPr>
          </a:lstStyle>
          <a:p>
            <a:pPr rtl="0"/>
            <a:r>
              <a:rPr lang="tr-TR" noProof="0"/>
              <a:t>ASIL BAŞLIK STİLİNİ DÜZENLEMEK İÇİN TIKLAYIN</a:t>
            </a:r>
          </a:p>
        </p:txBody>
      </p:sp>
      <p:sp>
        <p:nvSpPr>
          <p:cNvPr id="3" name="Metin Yer Tutucusu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ANA METNİ DÜZENLEMEK İÇİN TIKLAYIN</a:t>
            </a:r>
          </a:p>
        </p:txBody>
      </p:sp>
      <p:sp>
        <p:nvSpPr>
          <p:cNvPr id="4" name="İçerik Yer Tutucusu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5" name="Metin Yer Tutucusu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tr-TR" noProof="0"/>
              <a:t>ANA METNİ DÜZENLEMEK İÇİN TIKLAYIN</a:t>
            </a:r>
          </a:p>
        </p:txBody>
      </p:sp>
      <p:sp>
        <p:nvSpPr>
          <p:cNvPr id="6" name="İçerik Yer Tutucusu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7" name="Tarih Yer Tutucusu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tr-TR" noProof="0" dirty="0"/>
              <a:t>20XX</a:t>
            </a:r>
          </a:p>
        </p:txBody>
      </p:sp>
      <p:sp>
        <p:nvSpPr>
          <p:cNvPr id="8" name="Alt Bilgi Yer Tutucusu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tr-TR" noProof="0" dirty="0"/>
              <a:t>Sunum Destesi</a:t>
            </a:r>
          </a:p>
        </p:txBody>
      </p:sp>
      <p:sp>
        <p:nvSpPr>
          <p:cNvPr id="9" name="Slayt Numarası Yer Tutucusu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tr-TR" noProof="0" smtClean="0"/>
              <a:t>‹#›</a:t>
            </a:fld>
            <a:endParaRPr lang="tr-TR" noProof="0" dirty="0"/>
          </a:p>
        </p:txBody>
      </p:sp>
      <p:pic>
        <p:nvPicPr>
          <p:cNvPr id="11" name="Grafik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çerik">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Başlık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Arial" panose="020B0604020202020204" pitchFamily="34" charset="0"/>
                <a:ea typeface="+mj-ea"/>
                <a:cs typeface="+mj-cs"/>
              </a:defRPr>
            </a:lvl1pPr>
          </a:lstStyle>
          <a:p>
            <a:pPr rtl="0"/>
            <a:r>
              <a:rPr lang="tr-TR" noProof="0"/>
              <a:t>ANA BAŞLIK STİLİNİ DÜZENLEMEK İÇİN TIKLAYIN</a:t>
            </a:r>
          </a:p>
        </p:txBody>
      </p:sp>
      <p:sp>
        <p:nvSpPr>
          <p:cNvPr id="20" name="Metin Yer Tutucusu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25" name="Metin Yer Tutucusu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26" name="Metin Yer Tutucusu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27" name="Metin Yer Tutucusu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28" name="Metin Yer Tutucusu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29" name="Metin Yer Tutucusu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21" name="Tarih Yer Tutucusu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tr-TR" noProof="0" dirty="0"/>
              <a:t>20XX</a:t>
            </a:r>
          </a:p>
        </p:txBody>
      </p:sp>
      <p:sp>
        <p:nvSpPr>
          <p:cNvPr id="22" name="Alt Bilgi Yer Tutucusu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tr-TR" noProof="0" dirty="0"/>
              <a:t>Sunum Destesi</a:t>
            </a:r>
          </a:p>
        </p:txBody>
      </p:sp>
      <p:sp>
        <p:nvSpPr>
          <p:cNvPr id="24" name="Slayt Numarası Yer Tutucusu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fik">
    <p:bg>
      <p:bgPr>
        <a:solidFill>
          <a:schemeClr val="accent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Arial" panose="020B0604020202020204" pitchFamily="34" charset="0"/>
                <a:ea typeface="+mj-ea"/>
                <a:cs typeface="+mj-cs"/>
              </a:defRPr>
            </a:lvl1pPr>
          </a:lstStyle>
          <a:p>
            <a:pPr rtl="0"/>
            <a:r>
              <a:rPr lang="tr-TR" noProof="0"/>
              <a:t>ANA BAŞLIK STİLİNİ DÜZENLEMEK İÇİN TIKLAYIN</a:t>
            </a:r>
          </a:p>
        </p:txBody>
      </p:sp>
      <p:sp>
        <p:nvSpPr>
          <p:cNvPr id="15" name="Metin Yer Tutucusu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rtlCol="0">
            <a:noAutofit/>
          </a:bodyPr>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stStyle>
          <a:p>
            <a:pPr lvl="0" rtl="0"/>
            <a:r>
              <a:rPr lang="tr-TR" noProof="0"/>
              <a:t>Asıl metin stillerini düzenlemek için tıklayın</a:t>
            </a:r>
          </a:p>
        </p:txBody>
      </p:sp>
      <p:sp>
        <p:nvSpPr>
          <p:cNvPr id="7" name="Grafik Yer Tutucusu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rtlCol="0"/>
          <a:lstStyle/>
          <a:p>
            <a:pPr rtl="0"/>
            <a:r>
              <a:rPr lang="tr-TR" noProof="0" dirty="0"/>
              <a:t>Grafik eklemek için simgeye tıklayın</a:t>
            </a:r>
          </a:p>
        </p:txBody>
      </p:sp>
      <p:sp>
        <p:nvSpPr>
          <p:cNvPr id="11" name="Metin Yer Tutucusu 10">
            <a:extLst>
              <a:ext uri="{FF2B5EF4-FFF2-40B4-BE49-F238E27FC236}">
                <a16:creationId xmlns:a16="http://schemas.microsoft.com/office/drawing/2014/main" id="{339C283A-EC40-421C-8A0E-F9A3161C8890}"/>
              </a:ext>
            </a:extLst>
          </p:cNvPr>
          <p:cNvSpPr>
            <a:spLocks noGrp="1"/>
          </p:cNvSpPr>
          <p:nvPr>
            <p:ph type="body" sz="quarter" idx="14" hasCustomPrompt="1"/>
          </p:nvPr>
        </p:nvSpPr>
        <p:spPr>
          <a:xfrm>
            <a:off x="7858125" y="2284624"/>
            <a:ext cx="3147332" cy="306388"/>
          </a:xfrm>
        </p:spPr>
        <p:txBody>
          <a:bodyPr rtlCol="0">
            <a:noAutofit/>
          </a:bodyPr>
          <a:lstStyle>
            <a:lvl1pPr marL="0" indent="0">
              <a:buNone/>
              <a:defRPr sz="1400" cap="all" spc="150" baseline="0">
                <a:solidFill>
                  <a:schemeClr val="tx1"/>
                </a:solidFill>
                <a:latin typeface="Arial" panose="020B0604020202020204" pitchFamily="34" charset="0"/>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rtl="0"/>
            <a:r>
              <a:rPr lang="tr-TR" noProof="0"/>
              <a:t>Düzenlemek için tıklayın</a:t>
            </a:r>
          </a:p>
        </p:txBody>
      </p:sp>
      <p:sp>
        <p:nvSpPr>
          <p:cNvPr id="13" name="İçerik Yer Tutucusu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rtlCol="0">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rtl="0"/>
            <a:r>
              <a:rPr lang="tr-TR" noProof="0"/>
              <a:t>İçerik eklemek için tıklayın</a:t>
            </a:r>
          </a:p>
        </p:txBody>
      </p:sp>
      <p:sp>
        <p:nvSpPr>
          <p:cNvPr id="3" name="Tarih Yer Tutucusu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tr-TR" noProof="0" dirty="0"/>
              <a:t>20XX</a:t>
            </a:r>
          </a:p>
        </p:txBody>
      </p:sp>
      <p:sp>
        <p:nvSpPr>
          <p:cNvPr id="4" name="Alt Bilgi Yer Tutucusu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tr-TR" noProof="0" dirty="0"/>
              <a:t>Sunum Destesi</a:t>
            </a:r>
          </a:p>
        </p:txBody>
      </p:sp>
      <p:sp>
        <p:nvSpPr>
          <p:cNvPr id="5" name="Slayt Numarası Yer Tutucusu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3491003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aman çizelgesi 2">
    <p:spTree>
      <p:nvGrpSpPr>
        <p:cNvPr id="1" name=""/>
        <p:cNvGrpSpPr/>
        <p:nvPr/>
      </p:nvGrpSpPr>
      <p:grpSpPr>
        <a:xfrm>
          <a:off x="0" y="0"/>
          <a:ext cx="0" cy="0"/>
          <a:chOff x="0" y="0"/>
          <a:chExt cx="0" cy="0"/>
        </a:xfrm>
      </p:grpSpPr>
      <p:sp>
        <p:nvSpPr>
          <p:cNvPr id="4" name="Dikdörtgen 3">
            <a:extLst>
              <a:ext uri="{FF2B5EF4-FFF2-40B4-BE49-F238E27FC236}">
                <a16:creationId xmlns:a16="http://schemas.microsoft.com/office/drawing/2014/main" id="{7D46070C-E825-43D0-99F4-8B4614131131}"/>
              </a:ext>
              <a:ext uri="{C183D7F6-B498-43B3-948B-1728B52AA6E4}">
                <adec:decorative xmlns:adec="http://schemas.microsoft.com/office/drawing/2017/decorative" val="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noProof="0" dirty="0">
              <a:latin typeface="Arial" panose="020B0604020202020204" pitchFamily="34" charset="0"/>
            </a:endParaRPr>
          </a:p>
        </p:txBody>
      </p:sp>
      <p:sp>
        <p:nvSpPr>
          <p:cNvPr id="2" name="Başlık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Arial" panose="020B0604020202020204" pitchFamily="34" charset="0"/>
                <a:ea typeface="+mj-ea"/>
                <a:cs typeface="+mj-cs"/>
              </a:defRPr>
            </a:lvl1pPr>
          </a:lstStyle>
          <a:p>
            <a:pPr rtl="0"/>
            <a:r>
              <a:rPr lang="tr-TR" noProof="0"/>
              <a:t>ANA BAŞLIK STİLİNİ DÜZENLEMEK İÇİN TIKLAYIN</a:t>
            </a:r>
          </a:p>
        </p:txBody>
      </p:sp>
      <p:sp>
        <p:nvSpPr>
          <p:cNvPr id="6" name="Metin Yer Tutucusu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solidFill>
                <a:latin typeface="Arial" panose="020B0604020202020204" pitchFamily="34" charset="0"/>
              </a:defRPr>
            </a:lvl1pPr>
          </a:lstStyle>
          <a:p>
            <a:pPr lvl="0" rtl="0"/>
            <a:r>
              <a:rPr lang="tr-TR" noProof="0"/>
              <a:t>Yıl</a:t>
            </a:r>
          </a:p>
        </p:txBody>
      </p:sp>
      <p:sp>
        <p:nvSpPr>
          <p:cNvPr id="7" name="Metin Yer Tutucusu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8" name="Metin Yer Tutucusu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9" name="Metin Yer Tutucusu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0" name="Metin Yer Tutucusu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2" name="Metin Yer Tutucusu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3" name="Metin Yer Tutucusu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4" name="Metin Yer Tutucusu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6" name="Metin Yer Tutucusu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7" name="Metin Yer Tutucusu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5" name="Metin Yer Tutucusu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8" name="Metin Yer Tutucusu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9" name="Metin Yer Tutucusu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1" name="Metin Yer Tutucusu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solidFill>
                <a:latin typeface="Arial" panose="020B0604020202020204" pitchFamily="34" charset="0"/>
              </a:defRPr>
            </a:lvl1pPr>
          </a:lstStyle>
          <a:p>
            <a:pPr lvl="0" rtl="0"/>
            <a:r>
              <a:rPr lang="tr-TR" noProof="0"/>
              <a:t>Yıl</a:t>
            </a:r>
          </a:p>
        </p:txBody>
      </p:sp>
      <p:sp>
        <p:nvSpPr>
          <p:cNvPr id="20" name="Metin Yer Tutucusu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21" name="Metin Yer Tutucusu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22" name="Metin Yer Tutucusu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23" name="Metin Yer Tutucusu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24" name="Metin Yer Tutucusu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25" name="Metin Yer Tutucusu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26" name="Metin Yer Tutucusu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28" name="Metin Yer Tutucusu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29" name="Metin Yer Tutucusu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27" name="Metin Yer Tutucusu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30" name="Metin Yer Tutucusu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31" name="Metin Yer Tutucusu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32" name="Dikdörtgen 31">
            <a:extLst>
              <a:ext uri="{FF2B5EF4-FFF2-40B4-BE49-F238E27FC236}">
                <a16:creationId xmlns:a16="http://schemas.microsoft.com/office/drawing/2014/main" id="{FFA35437-CCDE-4D92-B879-F23B329C8EC3}"/>
              </a:ext>
              <a:ext uri="{C183D7F6-B498-43B3-948B-1728B52AA6E4}">
                <adec:decorative xmlns:adec="http://schemas.microsoft.com/office/drawing/2017/decorative" val="1"/>
              </a:ext>
            </a:extLst>
          </p:cNvPr>
          <p:cNvSpPr/>
          <p:nvPr userDrawn="1"/>
        </p:nvSpPr>
        <p:spPr>
          <a:xfrm>
            <a:off x="929640" y="4034785"/>
            <a:ext cx="1033272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noProof="0" dirty="0">
              <a:solidFill>
                <a:schemeClr val="tx1">
                  <a:lumMod val="75000"/>
                  <a:lumOff val="25000"/>
                </a:schemeClr>
              </a:solidFill>
              <a:latin typeface="Arial" panose="020B0604020202020204" pitchFamily="34" charset="0"/>
            </a:endParaRPr>
          </a:p>
        </p:txBody>
      </p:sp>
      <p:sp>
        <p:nvSpPr>
          <p:cNvPr id="36" name="Tarih Yer Tutucusu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tr-TR" noProof="0" dirty="0"/>
              <a:t>20XX</a:t>
            </a:r>
          </a:p>
        </p:txBody>
      </p:sp>
      <p:sp>
        <p:nvSpPr>
          <p:cNvPr id="37" name="Alt Bilgi Yer Tutucusu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tr-TR" noProof="0" dirty="0"/>
              <a:t>Sunum Destesi</a:t>
            </a:r>
          </a:p>
        </p:txBody>
      </p:sp>
      <p:sp>
        <p:nvSpPr>
          <p:cNvPr id="38" name="Slayt Numarası Yer Tutucusu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solidFill>
                <a:latin typeface="Arial" panose="020B0604020202020204" pitchFamily="34" charset="0"/>
                <a:ea typeface="+mj-ea"/>
                <a:cs typeface="+mj-cs"/>
              </a:defRPr>
            </a:lvl1pPr>
          </a:lstStyle>
          <a:p>
            <a:pPr rtl="0"/>
            <a:r>
              <a:rPr lang="tr-TR" noProof="0"/>
              <a:t>ANA BAŞLIK STİLİNİ DÜZENLEMEK İÇİN TIKLAYIN</a:t>
            </a:r>
          </a:p>
        </p:txBody>
      </p:sp>
      <p:sp>
        <p:nvSpPr>
          <p:cNvPr id="7" name="SmartArt Yer Tutucusu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39084"/>
            <a:ext cx="10515600" cy="3695338"/>
          </a:xfrm>
        </p:spPr>
        <p:txBody>
          <a:bodyPr rtlCol="0"/>
          <a:lstStyle/>
          <a:p>
            <a:pPr rtl="0"/>
            <a:r>
              <a:rPr lang="tr-TR" noProof="0" dirty="0"/>
              <a:t>SmartArt grafiği eklemek için simgeye tıklayın</a:t>
            </a:r>
          </a:p>
        </p:txBody>
      </p:sp>
      <p:sp>
        <p:nvSpPr>
          <p:cNvPr id="3" name="Tarih Yer Tutucusu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tr-TR" noProof="0" dirty="0"/>
              <a:t>20XX</a:t>
            </a:r>
          </a:p>
        </p:txBody>
      </p:sp>
      <p:sp>
        <p:nvSpPr>
          <p:cNvPr id="4" name="Alt Bilgi Yer Tutucusu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tr-TR" noProof="0" dirty="0"/>
              <a:t>Sunum Destesi</a:t>
            </a:r>
          </a:p>
        </p:txBody>
      </p:sp>
      <p:cxnSp>
        <p:nvCxnSpPr>
          <p:cNvPr id="10" name="Düz Bağlayıcı 9">
            <a:extLst>
              <a:ext uri="{FF2B5EF4-FFF2-40B4-BE49-F238E27FC236}">
                <a16:creationId xmlns:a16="http://schemas.microsoft.com/office/drawing/2014/main" id="{66988B2D-0240-4256-8268-4B9FF1E72363}"/>
              </a:ext>
              <a:ext uri="{C183D7F6-B498-43B3-948B-1728B52AA6E4}">
                <adec:decorative xmlns:adec="http://schemas.microsoft.com/office/drawing/2017/decorative" val="1"/>
              </a:ext>
            </a:extLst>
          </p:cNvPr>
          <p:cNvCxnSpPr>
            <a:cxnSpLocks/>
          </p:cNvCxnSpPr>
          <p:nvPr/>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Düz Bağlayıcı 11">
            <a:extLst>
              <a:ext uri="{FF2B5EF4-FFF2-40B4-BE49-F238E27FC236}">
                <a16:creationId xmlns:a16="http://schemas.microsoft.com/office/drawing/2014/main" id="{D8EEAAE1-3D04-41C3-B2D2-B3BEF34C3B27}"/>
              </a:ext>
              <a:ext uri="{C183D7F6-B498-43B3-948B-1728B52AA6E4}">
                <adec:decorative xmlns:adec="http://schemas.microsoft.com/office/drawing/2017/decorative" val="1"/>
              </a:ext>
            </a:extLst>
          </p:cNvPr>
          <p:cNvCxnSpPr>
            <a:cxnSpLocks/>
          </p:cNvCxnSpPr>
          <p:nvPr/>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ayt Numarası Yer Tutucusu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4 Kişilik Ekip Slaydı">
    <p:bg>
      <p:bgRef idx="1001">
        <a:schemeClr val="bg1"/>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Arial" panose="020B0604020202020204" pitchFamily="34" charset="0"/>
                <a:ea typeface="+mj-ea"/>
                <a:cs typeface="+mj-cs"/>
              </a:defRPr>
            </a:lvl1pPr>
          </a:lstStyle>
          <a:p>
            <a:pPr rtl="0"/>
            <a:r>
              <a:rPr lang="tr-TR" noProof="0"/>
              <a:t>ANA BAŞLIK STİLİNİ DÜZENLEMEK İÇİN TIKLAYIN</a:t>
            </a:r>
          </a:p>
        </p:txBody>
      </p:sp>
      <p:sp>
        <p:nvSpPr>
          <p:cNvPr id="11" name="Resim Yer Tutucusu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rtlCol="0"/>
          <a:lstStyle/>
          <a:p>
            <a:pPr rtl="0"/>
            <a:r>
              <a:rPr lang="tr-TR" noProof="0" dirty="0"/>
              <a:t>Resim eklemek için simgeye tıklayın</a:t>
            </a:r>
          </a:p>
        </p:txBody>
      </p:sp>
      <p:sp>
        <p:nvSpPr>
          <p:cNvPr id="3" name="Metin Yer Tutucusu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11558" y="5084524"/>
            <a:ext cx="2196619" cy="343061"/>
          </a:xfrm>
        </p:spPr>
        <p:txBody>
          <a:bodyPr rtlCol="0" anchor="ctr">
            <a:noAutofit/>
          </a:bodyPr>
          <a:lstStyle>
            <a:lvl1pPr marL="0" indent="0" algn="ctr">
              <a:buNone/>
              <a:defRPr lang="en-US" sz="14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26" name="Metin Yer Tutucusu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17" name="Resim Yer Tutucusu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rtlCol="0"/>
          <a:lstStyle/>
          <a:p>
            <a:pPr rtl="0"/>
            <a:r>
              <a:rPr lang="tr-TR" noProof="0" dirty="0"/>
              <a:t>Resim eklemek için simgeye tıklayın</a:t>
            </a:r>
          </a:p>
        </p:txBody>
      </p:sp>
      <p:sp>
        <p:nvSpPr>
          <p:cNvPr id="23" name="Metin Yer Tutucusu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707607" y="5099206"/>
            <a:ext cx="2145049" cy="343061"/>
          </a:xfrm>
        </p:spPr>
        <p:txBody>
          <a:bodyPr rtlCol="0" anchor="ctr">
            <a:noAutofit/>
          </a:bodyPr>
          <a:lstStyle>
            <a:lvl1pPr marL="0" indent="0" algn="ctr">
              <a:buNone/>
              <a:defRPr lang="en-US" sz="14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27" name="Metin Yer Tutucusu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18" name="Resim Yer Tutucusu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rtlCol="0"/>
          <a:lstStyle/>
          <a:p>
            <a:pPr lvl="1" rtl="0"/>
            <a:r>
              <a:rPr lang="tr-TR" noProof="0" dirty="0"/>
              <a:t>Resim eklemek için simgeye tıklayın</a:t>
            </a:r>
          </a:p>
        </p:txBody>
      </p:sp>
      <p:sp>
        <p:nvSpPr>
          <p:cNvPr id="24" name="Metin Yer Tutucusu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271" y="5099206"/>
            <a:ext cx="2132985" cy="343061"/>
          </a:xfrm>
        </p:spPr>
        <p:txBody>
          <a:bodyPr rtlCol="0" anchor="ctr">
            <a:noAutofit/>
          </a:bodyPr>
          <a:lstStyle>
            <a:lvl1pPr marL="0" indent="0" algn="ctr">
              <a:buNone/>
              <a:defRPr lang="en-US" sz="14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28" name="Metin Yer Tutucusu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19" name="Resim Yer Tutucusu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rtlCol="0"/>
          <a:lstStyle/>
          <a:p>
            <a:pPr rtl="0"/>
            <a:r>
              <a:rPr lang="tr-TR" noProof="0" dirty="0"/>
              <a:t>Resim eklemek için simgeye tıklayın</a:t>
            </a:r>
          </a:p>
        </p:txBody>
      </p:sp>
      <p:sp>
        <p:nvSpPr>
          <p:cNvPr id="25" name="Metin Yer Tutucusu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18152" y="5084524"/>
            <a:ext cx="2132984" cy="343061"/>
          </a:xfrm>
        </p:spPr>
        <p:txBody>
          <a:bodyPr rtlCol="0" anchor="ctr">
            <a:noAutofit/>
          </a:bodyPr>
          <a:lstStyle>
            <a:lvl1pPr marL="0" indent="0" algn="ctr">
              <a:buNone/>
              <a:defRPr lang="en-US" sz="14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29" name="Metin Yer Tutucusu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cxnSp>
        <p:nvCxnSpPr>
          <p:cNvPr id="10" name="Düz Bağlayıcı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Düz Bağlayıcı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arih Yer Tutucusu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tr-TR" noProof="0" dirty="0"/>
              <a:t>20XX</a:t>
            </a:r>
          </a:p>
        </p:txBody>
      </p:sp>
      <p:sp>
        <p:nvSpPr>
          <p:cNvPr id="8" name="Alt Bilgi Yer Tutucusu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tr-TR" noProof="0" dirty="0"/>
              <a:t>Sunum Destesi</a:t>
            </a:r>
          </a:p>
        </p:txBody>
      </p:sp>
      <p:sp>
        <p:nvSpPr>
          <p:cNvPr id="9" name="Slayt Numarası Yer Tutucusu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8 Kişilik Ekip Slaydı">
    <p:bg>
      <p:bgPr>
        <a:solidFill>
          <a:schemeClr val="bg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Arial" panose="020B0604020202020204" pitchFamily="34" charset="0"/>
                <a:ea typeface="+mj-ea"/>
                <a:cs typeface="+mj-cs"/>
              </a:defRPr>
            </a:lvl1pPr>
          </a:lstStyle>
          <a:p>
            <a:pPr rtl="0"/>
            <a:r>
              <a:rPr lang="tr-TR" noProof="0"/>
              <a:t>ANA BAŞLIK STİLİNİ DÜZENLEMEK İÇİN TIKLAYIN</a:t>
            </a:r>
          </a:p>
        </p:txBody>
      </p:sp>
      <p:sp>
        <p:nvSpPr>
          <p:cNvPr id="11" name="Resim Yer Tutucusu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tr-TR" noProof="0" dirty="0"/>
              <a:t>Resim eklemek için simgeye tıklayın</a:t>
            </a:r>
          </a:p>
        </p:txBody>
      </p:sp>
      <p:sp>
        <p:nvSpPr>
          <p:cNvPr id="3" name="Metin Yer Tutucusu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26" name="Metin Yer Tutucusu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accent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17" name="Resim Yer Tutucusu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tr-TR" noProof="0" dirty="0"/>
              <a:t>Resim eklemek için simgeye tıklayın</a:t>
            </a:r>
          </a:p>
        </p:txBody>
      </p:sp>
      <p:sp>
        <p:nvSpPr>
          <p:cNvPr id="23" name="Metin Yer Tutucusu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27" name="Metin Yer Tutucusu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accent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18" name="Resim Yer Tutucusu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tr-TR" noProof="0" dirty="0"/>
              <a:t>Resim eklemek için simgeye tıklayın</a:t>
            </a:r>
          </a:p>
        </p:txBody>
      </p:sp>
      <p:sp>
        <p:nvSpPr>
          <p:cNvPr id="24" name="Metin Yer Tutucusu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28" name="Metin Yer Tutucusu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accent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19" name="Resim Yer Tutucusu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tr-TR" noProof="0" dirty="0"/>
              <a:t>Resim eklemek için simgeye tıklayın</a:t>
            </a:r>
          </a:p>
        </p:txBody>
      </p:sp>
      <p:sp>
        <p:nvSpPr>
          <p:cNvPr id="25" name="Metin Yer Tutucusu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29" name="Metin Yer Tutucusu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accent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55" name="Resim Yer Tutucusu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tr-TR" noProof="0" dirty="0"/>
              <a:t>Resim eklemek için simgeye tıklayın</a:t>
            </a:r>
          </a:p>
        </p:txBody>
      </p:sp>
      <p:sp>
        <p:nvSpPr>
          <p:cNvPr id="54" name="Metin Yer Tutucusu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62" name="Metin Yer Tutucusu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accent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56" name="Resim Yer Tutucusu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tr-TR" noProof="0" dirty="0"/>
              <a:t>Resim eklemek için simgeye tıklayın</a:t>
            </a:r>
          </a:p>
        </p:txBody>
      </p:sp>
      <p:sp>
        <p:nvSpPr>
          <p:cNvPr id="59" name="Metin Yer Tutucusu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63" name="Metin Yer Tutucusu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accent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57" name="Resim Yer Tutucusu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tr-TR" noProof="0" dirty="0"/>
              <a:t>Resim eklemek için simgeye tıklayın</a:t>
            </a:r>
          </a:p>
        </p:txBody>
      </p:sp>
      <p:sp>
        <p:nvSpPr>
          <p:cNvPr id="60" name="Metin Yer Tutucusu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64" name="Metin Yer Tutucusu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accent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58" name="Resim Yer Tutucusu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tr-TR" noProof="0" dirty="0"/>
              <a:t>Resim eklemek için simgeye tıklayın</a:t>
            </a:r>
          </a:p>
        </p:txBody>
      </p:sp>
      <p:sp>
        <p:nvSpPr>
          <p:cNvPr id="61" name="Metin Yer Tutucusu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65" name="Metin Yer Tutucusu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accent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7" name="Tarih Yer Tutucusu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tr-TR" noProof="0" dirty="0"/>
              <a:t>20XX</a:t>
            </a:r>
          </a:p>
        </p:txBody>
      </p:sp>
      <p:sp>
        <p:nvSpPr>
          <p:cNvPr id="8" name="Alt Bilgi Yer Tutucusu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tr-TR" noProof="0" dirty="0"/>
              <a:t>Sunum Destesi</a:t>
            </a:r>
          </a:p>
        </p:txBody>
      </p:sp>
      <p:sp>
        <p:nvSpPr>
          <p:cNvPr id="9" name="Slayt Numarası Yer Tutucusu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tr-TR" noProof="0" smtClean="0"/>
              <a:t>‹#›</a:t>
            </a:fld>
            <a:endParaRPr lang="tr-TR" noProof="0" dirty="0"/>
          </a:p>
        </p:txBody>
      </p:sp>
      <p:pic>
        <p:nvPicPr>
          <p:cNvPr id="13" name="Grafik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fik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inansman">
    <p:bg>
      <p:bgPr>
        <a:solidFill>
          <a:schemeClr val="bg1"/>
        </a:solidFill>
        <a:effectLst/>
      </p:bgPr>
    </p:bg>
    <p:spTree>
      <p:nvGrpSpPr>
        <p:cNvPr id="1" name=""/>
        <p:cNvGrpSpPr/>
        <p:nvPr/>
      </p:nvGrpSpPr>
      <p:grpSpPr>
        <a:xfrm>
          <a:off x="0" y="0"/>
          <a:ext cx="0" cy="0"/>
          <a:chOff x="0" y="0"/>
          <a:chExt cx="0" cy="0"/>
        </a:xfrm>
      </p:grpSpPr>
      <p:cxnSp>
        <p:nvCxnSpPr>
          <p:cNvPr id="16" name="Düz Bağlayıcı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Düz Bağlayıcı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Başlık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Arial" panose="020B0604020202020204" pitchFamily="34" charset="0"/>
                <a:ea typeface="+mj-ea"/>
                <a:cs typeface="+mj-cs"/>
              </a:defRPr>
            </a:lvl1pPr>
          </a:lstStyle>
          <a:p>
            <a:pPr rtl="0"/>
            <a:r>
              <a:rPr lang="tr-TR" noProof="0"/>
              <a:t>ANA BAŞLIK STİLİNİ DÜZENLEMEK İÇİN TIKLAYIN</a:t>
            </a:r>
          </a:p>
        </p:txBody>
      </p:sp>
      <p:sp>
        <p:nvSpPr>
          <p:cNvPr id="11" name="İçerik Yer Tutucusu 10">
            <a:extLst>
              <a:ext uri="{FF2B5EF4-FFF2-40B4-BE49-F238E27FC236}">
                <a16:creationId xmlns:a16="http://schemas.microsoft.com/office/drawing/2014/main" id="{319EE98D-9541-4F21-8952-3026DEF75EC4}"/>
              </a:ext>
            </a:extLst>
          </p:cNvPr>
          <p:cNvSpPr>
            <a:spLocks noGrp="1"/>
          </p:cNvSpPr>
          <p:nvPr>
            <p:ph sz="quarter" idx="21" hasCustomPrompt="1"/>
          </p:nvPr>
        </p:nvSpPr>
        <p:spPr>
          <a:xfrm>
            <a:off x="107544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tr-TR" noProof="0"/>
              <a:t>İçerik eklemek için tıklayın</a:t>
            </a:r>
          </a:p>
        </p:txBody>
      </p:sp>
      <p:sp>
        <p:nvSpPr>
          <p:cNvPr id="3" name="Metin Yer Tutucusu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t>
            </a:r>
          </a:p>
        </p:txBody>
      </p:sp>
      <p:sp>
        <p:nvSpPr>
          <p:cNvPr id="17" name="Metin Yer Tutucusu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4" name="İçerik Yer Tutucusu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tr-TR" noProof="0"/>
              <a:t>Asıl metin stillerini düzenlemek için tıklayın</a:t>
            </a:r>
          </a:p>
        </p:txBody>
      </p:sp>
      <p:sp>
        <p:nvSpPr>
          <p:cNvPr id="24" name="İçerik Yer Tutucusu 10">
            <a:extLst>
              <a:ext uri="{FF2B5EF4-FFF2-40B4-BE49-F238E27FC236}">
                <a16:creationId xmlns:a16="http://schemas.microsoft.com/office/drawing/2014/main" id="{AB843230-A4E3-4E21-AA93-998E28EB9018}"/>
              </a:ext>
            </a:extLst>
          </p:cNvPr>
          <p:cNvSpPr>
            <a:spLocks noGrp="1"/>
          </p:cNvSpPr>
          <p:nvPr>
            <p:ph sz="quarter" idx="22" hasCustomPrompt="1"/>
          </p:nvPr>
        </p:nvSpPr>
        <p:spPr>
          <a:xfrm>
            <a:off x="381139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tr-TR" noProof="0"/>
              <a:t>İçerik eklemek için tıklayın</a:t>
            </a:r>
          </a:p>
        </p:txBody>
      </p:sp>
      <p:sp>
        <p:nvSpPr>
          <p:cNvPr id="5" name="Metin Yer Tutucusu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t>
            </a:r>
          </a:p>
        </p:txBody>
      </p:sp>
      <p:sp>
        <p:nvSpPr>
          <p:cNvPr id="18" name="Metin Yer Tutucusu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tr-TR" noProof="0"/>
              <a:t>DÜZENLEMEK İÇİN TIKLAYIN</a:t>
            </a:r>
          </a:p>
        </p:txBody>
      </p:sp>
      <p:sp>
        <p:nvSpPr>
          <p:cNvPr id="6" name="İçerik Yer Tutucusu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tr-TR" noProof="0"/>
              <a:t>Asıl metin stillerini düzenlemek için tıklayın</a:t>
            </a:r>
          </a:p>
        </p:txBody>
      </p:sp>
      <p:sp>
        <p:nvSpPr>
          <p:cNvPr id="25" name="İçerik Yer Tutucusu 10">
            <a:extLst>
              <a:ext uri="{FF2B5EF4-FFF2-40B4-BE49-F238E27FC236}">
                <a16:creationId xmlns:a16="http://schemas.microsoft.com/office/drawing/2014/main" id="{3AE0369E-A275-4E5A-AE0F-B1F9A54DEDFC}"/>
              </a:ext>
            </a:extLst>
          </p:cNvPr>
          <p:cNvSpPr>
            <a:spLocks noGrp="1"/>
          </p:cNvSpPr>
          <p:nvPr>
            <p:ph sz="quarter" idx="23" hasCustomPrompt="1"/>
          </p:nvPr>
        </p:nvSpPr>
        <p:spPr>
          <a:xfrm>
            <a:off x="652437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tr-TR" noProof="0"/>
              <a:t>İçerik eklemek için tıklayın</a:t>
            </a:r>
          </a:p>
        </p:txBody>
      </p:sp>
      <p:sp>
        <p:nvSpPr>
          <p:cNvPr id="21" name="Metin Yer Tutucusu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t>
            </a:r>
          </a:p>
        </p:txBody>
      </p:sp>
      <p:sp>
        <p:nvSpPr>
          <p:cNvPr id="19" name="Metin Yer Tutucusu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22" name="İçerik Yer Tutucusu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tr-TR" noProof="0"/>
              <a:t>Asıl metin stillerini düzenlemek için tıklayın</a:t>
            </a:r>
          </a:p>
        </p:txBody>
      </p:sp>
      <p:sp>
        <p:nvSpPr>
          <p:cNvPr id="26" name="İçerik Yer Tutucusu 10">
            <a:extLst>
              <a:ext uri="{FF2B5EF4-FFF2-40B4-BE49-F238E27FC236}">
                <a16:creationId xmlns:a16="http://schemas.microsoft.com/office/drawing/2014/main" id="{CCA3A81E-171B-4946-B8BA-B2F406CF0939}"/>
              </a:ext>
            </a:extLst>
          </p:cNvPr>
          <p:cNvSpPr>
            <a:spLocks noGrp="1"/>
          </p:cNvSpPr>
          <p:nvPr>
            <p:ph sz="quarter" idx="24" hasCustomPrompt="1"/>
          </p:nvPr>
        </p:nvSpPr>
        <p:spPr>
          <a:xfrm>
            <a:off x="926032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tr-TR" noProof="0"/>
              <a:t>İçerik eklemek için tıklayın</a:t>
            </a:r>
          </a:p>
        </p:txBody>
      </p:sp>
      <p:sp>
        <p:nvSpPr>
          <p:cNvPr id="14" name="Metin Yer Tutucusu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t>
            </a:r>
          </a:p>
        </p:txBody>
      </p:sp>
      <p:sp>
        <p:nvSpPr>
          <p:cNvPr id="23" name="Metin Yer Tutucusu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15" name="İçerik Yer Tutucusu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tr-TR" noProof="0"/>
              <a:t>Asıl metin stillerini düzenlemek için tıklayın</a:t>
            </a:r>
          </a:p>
        </p:txBody>
      </p:sp>
      <p:sp>
        <p:nvSpPr>
          <p:cNvPr id="7" name="Tarih Yer Tutucusu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tr-TR" noProof="0" dirty="0"/>
              <a:t>20XX</a:t>
            </a:r>
          </a:p>
        </p:txBody>
      </p:sp>
      <p:sp>
        <p:nvSpPr>
          <p:cNvPr id="8" name="Alt Bilgi Yer Tutucusu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tr-TR" noProof="0" dirty="0"/>
              <a:t>Sunum Destesi</a:t>
            </a:r>
          </a:p>
        </p:txBody>
      </p:sp>
      <p:sp>
        <p:nvSpPr>
          <p:cNvPr id="9" name="Slayt Numarası Yer Tutucusu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Özet">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solidFill>
                <a:latin typeface="Arial" panose="020B0604020202020204" pitchFamily="34" charset="0"/>
                <a:ea typeface="+mj-ea"/>
                <a:cs typeface="+mj-cs"/>
              </a:defRPr>
            </a:lvl1pPr>
          </a:lstStyle>
          <a:p>
            <a:pPr rtl="0"/>
            <a:r>
              <a:rPr lang="tr-TR" noProof="0"/>
              <a:t>ASIL BAŞLIK STİLİNİ DÜZENLEMEK İÇİN TIKLAYIN</a:t>
            </a:r>
          </a:p>
        </p:txBody>
      </p:sp>
      <p:sp>
        <p:nvSpPr>
          <p:cNvPr id="3" name="Metin Yer Tutucusu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rtlCol="0" anchor="b">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tr-TR" noProof="0"/>
              <a:t>Asıl metin stillerini düzenlemek için tıklayın</a:t>
            </a:r>
          </a:p>
        </p:txBody>
      </p:sp>
      <p:cxnSp>
        <p:nvCxnSpPr>
          <p:cNvPr id="23" name="Düz Bağlayıcı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Düz Bağlayıcı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arih Yer Tutucusu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tr-TR" noProof="0" dirty="0"/>
              <a:t>20XX</a:t>
            </a:r>
          </a:p>
        </p:txBody>
      </p:sp>
      <p:sp>
        <p:nvSpPr>
          <p:cNvPr id="22" name="Alt Bilgi Yer Tutucusu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tr-TR" noProof="0" dirty="0"/>
              <a:t>Sunum Destesi</a:t>
            </a:r>
          </a:p>
        </p:txBody>
      </p:sp>
      <p:sp>
        <p:nvSpPr>
          <p:cNvPr id="24" name="Slayt Numarası Yer Tutucusu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Kapanış">
    <p:bg>
      <p:bgPr>
        <a:solidFill>
          <a:schemeClr val="tx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bg1"/>
                </a:solidFill>
              </a:defRPr>
            </a:lvl1pPr>
          </a:lstStyle>
          <a:p>
            <a:pPr rtl="0"/>
            <a:r>
              <a:rPr lang="tr-TR" noProof="0"/>
              <a:t>ANA BAŞLIK STİLİNİ DÜZENLEMEK İÇİN TIKLAYIN</a:t>
            </a:r>
          </a:p>
        </p:txBody>
      </p:sp>
      <p:sp>
        <p:nvSpPr>
          <p:cNvPr id="3" name="Alt Başlık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004161"/>
          </a:xfrm>
        </p:spPr>
        <p:txBody>
          <a:bodyPr rtlCol="0">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tr-TR" noProof="0"/>
              <a:t>Asıl alt başlık stilini düzenlemek için tıklatın</a:t>
            </a:r>
          </a:p>
        </p:txBody>
      </p:sp>
      <p:pic>
        <p:nvPicPr>
          <p:cNvPr id="6" name="Grafik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Tarih Yer Tutucusu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tr-TR" noProof="0" dirty="0"/>
              <a:t>20XX</a:t>
            </a:r>
          </a:p>
        </p:txBody>
      </p:sp>
      <p:sp>
        <p:nvSpPr>
          <p:cNvPr id="10" name="Alt Bilgi Yer Tutucusu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tr-TR" noProof="0" dirty="0"/>
              <a:t>Sunum Destesi</a:t>
            </a:r>
          </a:p>
        </p:txBody>
      </p:sp>
      <p:sp>
        <p:nvSpPr>
          <p:cNvPr id="11" name="Slayt Numarası Yer Tutucusu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tr-TR" noProof="0"/>
              <a:t>Asıl başlık stilini düzenlemek için tıklayın</a:t>
            </a:r>
          </a:p>
        </p:txBody>
      </p:sp>
      <p:sp>
        <p:nvSpPr>
          <p:cNvPr id="3" name="Metin Yer Tutucusu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4" name="Tarih Yer Tutucusu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defRPr>
            </a:lvl1pPr>
          </a:lstStyle>
          <a:p>
            <a:r>
              <a:rPr lang="tr-TR" noProof="0" dirty="0"/>
              <a:t>20XX</a:t>
            </a:r>
          </a:p>
        </p:txBody>
      </p:sp>
      <p:sp>
        <p:nvSpPr>
          <p:cNvPr id="5" name="Alt Bilgi Yer Tutucusu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defRPr>
            </a:lvl1pPr>
          </a:lstStyle>
          <a:p>
            <a:r>
              <a:rPr lang="tr-TR" noProof="0" dirty="0"/>
              <a:t>Sunum Destesi</a:t>
            </a:r>
          </a:p>
        </p:txBody>
      </p:sp>
      <p:sp>
        <p:nvSpPr>
          <p:cNvPr id="6" name="Slayt Numarası Yer Tutucusu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latin typeface="Arial" panose="020B0604020202020204" pitchFamily="34" charset="0"/>
              </a:defRPr>
            </a:lvl1pPr>
          </a:lstStyle>
          <a:p>
            <a:fld id="{B5CEABB6-07DC-46E8-9B57-56EC44A396E5}" type="slidenum">
              <a:rPr lang="tr-TR" noProof="0" smtClean="0"/>
              <a:pPr/>
              <a:t>‹#›</a:t>
            </a:fld>
            <a:endParaRPr lang="tr-TR" noProof="0"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79" r:id="rId13"/>
    <p:sldLayoutId id="2147483692" r:id="rId14"/>
    <p:sldLayoutId id="2147483681" r:id="rId15"/>
    <p:sldLayoutId id="2147483674" r:id="rId16"/>
    <p:sldLayoutId id="2147483675" r:id="rId17"/>
    <p:sldLayoutId id="2147483696" r:id="rId18"/>
    <p:sldLayoutId id="2147483677" r:id="rId19"/>
    <p:sldLayoutId id="2147483678" r:id="rId20"/>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16815C6-3AD0-46E6-A74A-1967BD91AF50}"/>
              </a:ext>
            </a:extLst>
          </p:cNvPr>
          <p:cNvSpPr>
            <a:spLocks noGrp="1"/>
          </p:cNvSpPr>
          <p:nvPr>
            <p:ph type="ctrTitle"/>
          </p:nvPr>
        </p:nvSpPr>
        <p:spPr>
          <a:xfrm>
            <a:off x="6096000" y="4434840"/>
            <a:ext cx="5261811" cy="1122202"/>
          </a:xfrm>
        </p:spPr>
        <p:txBody>
          <a:bodyPr rtlCol="0"/>
          <a:lstStyle/>
          <a:p>
            <a:pPr rtl="0"/>
            <a:r>
              <a:rPr lang="tr-TR" sz="1700" dirty="0"/>
              <a:t>Derin öğrenme - NLP ile Metinden</a:t>
            </a:r>
            <a:r>
              <a:rPr lang="tr-TR" dirty="0"/>
              <a:t> Depresyon ANALİZİ</a:t>
            </a:r>
          </a:p>
        </p:txBody>
      </p:sp>
      <p:sp>
        <p:nvSpPr>
          <p:cNvPr id="3" name="Alt Başlık 2">
            <a:extLst>
              <a:ext uri="{FF2B5EF4-FFF2-40B4-BE49-F238E27FC236}">
                <a16:creationId xmlns:a16="http://schemas.microsoft.com/office/drawing/2014/main" id="{1901B20D-4C28-4DA3-ABBD-718C22A5E58B}"/>
              </a:ext>
            </a:extLst>
          </p:cNvPr>
          <p:cNvSpPr>
            <a:spLocks noGrp="1"/>
          </p:cNvSpPr>
          <p:nvPr>
            <p:ph type="subTitle" idx="1"/>
          </p:nvPr>
        </p:nvSpPr>
        <p:spPr>
          <a:xfrm>
            <a:off x="6096000" y="5586890"/>
            <a:ext cx="5261811" cy="396660"/>
          </a:xfrm>
        </p:spPr>
        <p:txBody>
          <a:bodyPr rtlCol="0"/>
          <a:lstStyle/>
          <a:p>
            <a:pPr rtl="0"/>
            <a:r>
              <a:rPr lang="tr-TR" dirty="0"/>
              <a:t>Esat DÜNDAR - 220610035</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333498" y="843466"/>
            <a:ext cx="3602294" cy="936174"/>
          </a:xfrm>
        </p:spPr>
        <p:txBody>
          <a:bodyPr rtlCol="0"/>
          <a:lstStyle/>
          <a:p>
            <a:pPr rtl="0"/>
            <a:r>
              <a:rPr lang="tr-TR" b="1" dirty="0"/>
              <a:t>Projenin </a:t>
            </a:r>
            <a:br>
              <a:rPr lang="tr-TR" b="1" dirty="0"/>
            </a:br>
            <a:r>
              <a:rPr lang="tr-TR" b="1" dirty="0"/>
              <a:t>Amacı </a:t>
            </a:r>
            <a:r>
              <a:rPr lang="tr-TR" sz="2400" b="1" dirty="0"/>
              <a:t>ve</a:t>
            </a:r>
            <a:r>
              <a:rPr lang="tr-TR" b="1" dirty="0"/>
              <a:t> Önemi</a:t>
            </a:r>
          </a:p>
        </p:txBody>
      </p:sp>
      <p:sp>
        <p:nvSpPr>
          <p:cNvPr id="3" name="Alt Başlık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333498" y="2025445"/>
            <a:ext cx="3602295" cy="3989089"/>
          </a:xfrm>
        </p:spPr>
        <p:txBody>
          <a:bodyPr rtlCol="0">
            <a:normAutofit fontScale="85000" lnSpcReduction="20000"/>
          </a:bodyPr>
          <a:lstStyle/>
          <a:p>
            <a:pPr rtl="0"/>
            <a:r>
              <a:rPr lang="tr-TR" sz="2000" b="1" dirty="0"/>
              <a:t>DEPRESYON</a:t>
            </a:r>
            <a:r>
              <a:rPr lang="tr-TR" sz="2000" dirty="0"/>
              <a:t>, modern dünyada giderek yaygınlaşan ve bireylerin yaşam kalitesini olumsuz etkileyen bir zihinsel sağlık sorunu haline gelmiştir. Erken teşhis ve müdahale, bu sorunun yönetiminde kritik bir öneme sahiptir.</a:t>
            </a:r>
          </a:p>
          <a:p>
            <a:pPr rtl="0"/>
            <a:r>
              <a:rPr lang="tr-TR" sz="2000" dirty="0"/>
              <a:t>Bu proje, yapay zeka destekli bir analiz yaklaşımı ile metin tabanlı verilerden bireylerin ruhsal durumlarını analiz ederek depresyon belirtilerini hızlı ve doğru bir şekilde tespit etmeyi amaçlamaktadır.</a:t>
            </a:r>
            <a:endParaRPr lang="tr-TR"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D779DE4-CAEA-4617-897E-FEC9A2AC2D6A}"/>
              </a:ext>
            </a:extLst>
          </p:cNvPr>
          <p:cNvSpPr>
            <a:spLocks noGrp="1"/>
          </p:cNvSpPr>
          <p:nvPr>
            <p:ph type="body" sz="quarter" idx="13"/>
          </p:nvPr>
        </p:nvSpPr>
        <p:spPr>
          <a:xfrm>
            <a:off x="33711" y="1481138"/>
            <a:ext cx="2256371" cy="514350"/>
          </a:xfrm>
        </p:spPr>
        <p:txBody>
          <a:bodyPr vert="horz" lIns="91440" tIns="45720" rIns="91440" bIns="45720" rtlCol="0" anchor="ctr">
            <a:normAutofit/>
          </a:bodyPr>
          <a:lstStyle/>
          <a:p>
            <a:pPr rtl="0"/>
            <a:r>
              <a:rPr lang="tr-TR" b="1" dirty="0"/>
              <a:t>Yapay Sinir Ağı</a:t>
            </a:r>
          </a:p>
        </p:txBody>
      </p:sp>
      <p:sp>
        <p:nvSpPr>
          <p:cNvPr id="4" name="Metin Yer Tutucusu 3">
            <a:extLst>
              <a:ext uri="{FF2B5EF4-FFF2-40B4-BE49-F238E27FC236}">
                <a16:creationId xmlns:a16="http://schemas.microsoft.com/office/drawing/2014/main" id="{F5FF1291-56EB-4A7B-A198-1D91F9ECC5D3}"/>
              </a:ext>
            </a:extLst>
          </p:cNvPr>
          <p:cNvSpPr>
            <a:spLocks noGrp="1"/>
          </p:cNvSpPr>
          <p:nvPr>
            <p:ph type="body" sz="quarter" idx="14"/>
          </p:nvPr>
        </p:nvSpPr>
        <p:spPr>
          <a:xfrm>
            <a:off x="469544" y="2557463"/>
            <a:ext cx="2386595" cy="514350"/>
          </a:xfrm>
        </p:spPr>
        <p:txBody>
          <a:bodyPr rtlCol="0"/>
          <a:lstStyle/>
          <a:p>
            <a:pPr rtl="0"/>
            <a:r>
              <a:rPr lang="tr-TR" b="1" dirty="0"/>
              <a:t>Derin öğrenme</a:t>
            </a:r>
          </a:p>
        </p:txBody>
      </p:sp>
      <p:sp>
        <p:nvSpPr>
          <p:cNvPr id="5" name="Metin Yer Tutucusu 4">
            <a:extLst>
              <a:ext uri="{FF2B5EF4-FFF2-40B4-BE49-F238E27FC236}">
                <a16:creationId xmlns:a16="http://schemas.microsoft.com/office/drawing/2014/main" id="{6184E21C-7534-4FB5-9709-F7D1A11034F3}"/>
              </a:ext>
            </a:extLst>
          </p:cNvPr>
          <p:cNvSpPr>
            <a:spLocks noGrp="1"/>
          </p:cNvSpPr>
          <p:nvPr>
            <p:ph type="body" sz="quarter" idx="15"/>
          </p:nvPr>
        </p:nvSpPr>
        <p:spPr>
          <a:xfrm>
            <a:off x="983226" y="3633788"/>
            <a:ext cx="2479339" cy="514350"/>
          </a:xfrm>
        </p:spPr>
        <p:txBody>
          <a:bodyPr rtlCol="0"/>
          <a:lstStyle/>
          <a:p>
            <a:pPr rtl="0"/>
            <a:r>
              <a:rPr lang="tr-TR" b="1" dirty="0"/>
              <a:t>Doğal Dil İşleme</a:t>
            </a:r>
          </a:p>
        </p:txBody>
      </p:sp>
      <p:sp>
        <p:nvSpPr>
          <p:cNvPr id="6" name="Metin Yer Tutucusu 5">
            <a:extLst>
              <a:ext uri="{FF2B5EF4-FFF2-40B4-BE49-F238E27FC236}">
                <a16:creationId xmlns:a16="http://schemas.microsoft.com/office/drawing/2014/main" id="{5C594564-4FC6-401A-8586-44735EE819EC}"/>
              </a:ext>
            </a:extLst>
          </p:cNvPr>
          <p:cNvSpPr>
            <a:spLocks noGrp="1"/>
          </p:cNvSpPr>
          <p:nvPr>
            <p:ph type="body" sz="quarter" idx="16"/>
          </p:nvPr>
        </p:nvSpPr>
        <p:spPr>
          <a:xfrm>
            <a:off x="1366685" y="4710114"/>
            <a:ext cx="2680080" cy="514350"/>
          </a:xfrm>
        </p:spPr>
        <p:txBody>
          <a:bodyPr rtlCol="0"/>
          <a:lstStyle/>
          <a:p>
            <a:pPr rtl="0"/>
            <a:r>
              <a:rPr lang="tr-TR" b="1" dirty="0"/>
              <a:t>Yapay Zeka  Modeli</a:t>
            </a:r>
          </a:p>
        </p:txBody>
      </p:sp>
      <p:sp>
        <p:nvSpPr>
          <p:cNvPr id="7" name="Metin Yer Tutucusu 6">
            <a:extLst>
              <a:ext uri="{FF2B5EF4-FFF2-40B4-BE49-F238E27FC236}">
                <a16:creationId xmlns:a16="http://schemas.microsoft.com/office/drawing/2014/main" id="{D7EB25CA-DA83-483D-AF83-0001BDF2DE2B}"/>
              </a:ext>
            </a:extLst>
          </p:cNvPr>
          <p:cNvSpPr>
            <a:spLocks noGrp="1"/>
          </p:cNvSpPr>
          <p:nvPr>
            <p:ph type="body" sz="quarter" idx="17"/>
          </p:nvPr>
        </p:nvSpPr>
        <p:spPr>
          <a:xfrm>
            <a:off x="4401535" y="1594478"/>
            <a:ext cx="5539095" cy="1010842"/>
          </a:xfrm>
        </p:spPr>
        <p:txBody>
          <a:bodyPr rtlCol="0">
            <a:normAutofit/>
          </a:bodyPr>
          <a:lstStyle/>
          <a:p>
            <a:pPr rtl="0"/>
            <a:r>
              <a:rPr lang="tr-TR" sz="1500" dirty="0"/>
              <a:t>Yapay sinir ağları, insan beyninin çalışma prensiplerini taklit ederek veri analizi ve sınıflandırma süreçlerini gerçekleştiren algoritmalardır.</a:t>
            </a:r>
          </a:p>
        </p:txBody>
      </p:sp>
      <p:sp>
        <p:nvSpPr>
          <p:cNvPr id="8" name="Metin Yer Tutucusu 7">
            <a:extLst>
              <a:ext uri="{FF2B5EF4-FFF2-40B4-BE49-F238E27FC236}">
                <a16:creationId xmlns:a16="http://schemas.microsoft.com/office/drawing/2014/main" id="{B46CE8C6-E12D-4A0D-8553-7FFA31941D56}"/>
              </a:ext>
            </a:extLst>
          </p:cNvPr>
          <p:cNvSpPr>
            <a:spLocks noGrp="1"/>
          </p:cNvSpPr>
          <p:nvPr>
            <p:ph type="body" sz="quarter" idx="18"/>
          </p:nvPr>
        </p:nvSpPr>
        <p:spPr>
          <a:xfrm>
            <a:off x="4986028" y="2673328"/>
            <a:ext cx="5539095" cy="1010842"/>
          </a:xfrm>
        </p:spPr>
        <p:txBody>
          <a:bodyPr rtlCol="0">
            <a:normAutofit/>
          </a:bodyPr>
          <a:lstStyle/>
          <a:p>
            <a:pPr rtl="0"/>
            <a:r>
              <a:rPr lang="tr-TR" sz="1500" dirty="0"/>
              <a:t>Derin öğrenme, yapay zeka alanında büyük veri kümeleri üzerinden öğrenim sağlayan ve karmaşık sorunlara çözümler sunan bir modelleme yaklaşımıdır.</a:t>
            </a:r>
          </a:p>
        </p:txBody>
      </p:sp>
      <p:sp>
        <p:nvSpPr>
          <p:cNvPr id="9" name="Metin Yer Tutucusu 8">
            <a:extLst>
              <a:ext uri="{FF2B5EF4-FFF2-40B4-BE49-F238E27FC236}">
                <a16:creationId xmlns:a16="http://schemas.microsoft.com/office/drawing/2014/main" id="{1C7D5285-85DF-4331-A6FA-1AE847CA47AE}"/>
              </a:ext>
            </a:extLst>
          </p:cNvPr>
          <p:cNvSpPr>
            <a:spLocks noGrp="1"/>
          </p:cNvSpPr>
          <p:nvPr>
            <p:ph type="body" sz="quarter" idx="19"/>
          </p:nvPr>
        </p:nvSpPr>
        <p:spPr>
          <a:xfrm>
            <a:off x="5576937" y="3755394"/>
            <a:ext cx="5539095" cy="1010842"/>
          </a:xfrm>
        </p:spPr>
        <p:txBody>
          <a:bodyPr rtlCol="0">
            <a:normAutofit/>
          </a:bodyPr>
          <a:lstStyle/>
          <a:p>
            <a:pPr rtl="0"/>
            <a:r>
              <a:rPr lang="tr-TR" sz="1500" dirty="0"/>
              <a:t>Doğal dil işleme, bilgisayarların insan dilini anlama, analiz etme ve üretme yeteneklerini kazandığı bir yapay zeka dalıdır.</a:t>
            </a:r>
          </a:p>
        </p:txBody>
      </p:sp>
      <p:sp>
        <p:nvSpPr>
          <p:cNvPr id="10" name="Metin Yer Tutucusu 9">
            <a:extLst>
              <a:ext uri="{FF2B5EF4-FFF2-40B4-BE49-F238E27FC236}">
                <a16:creationId xmlns:a16="http://schemas.microsoft.com/office/drawing/2014/main" id="{02D305EF-9A88-496B-BFC1-D589A01EE381}"/>
              </a:ext>
            </a:extLst>
          </p:cNvPr>
          <p:cNvSpPr>
            <a:spLocks noGrp="1"/>
          </p:cNvSpPr>
          <p:nvPr>
            <p:ph type="body" sz="quarter" idx="20"/>
          </p:nvPr>
        </p:nvSpPr>
        <p:spPr>
          <a:xfrm>
            <a:off x="6175279" y="4824430"/>
            <a:ext cx="5539095" cy="1010842"/>
          </a:xfrm>
        </p:spPr>
        <p:txBody>
          <a:bodyPr rtlCol="0">
            <a:normAutofit/>
          </a:bodyPr>
          <a:lstStyle/>
          <a:p>
            <a:pPr rtl="0"/>
            <a:r>
              <a:rPr lang="tr-TR" sz="1500" dirty="0"/>
              <a:t>Yapay zeka modeli, belirli bir görevi yerine getirmek için tasarlanmış ve veriler üzerinde eğitilmiş matematiksel algoritmalardan oluşur.</a:t>
            </a:r>
          </a:p>
        </p:txBody>
      </p:sp>
    </p:spTree>
    <p:extLst>
      <p:ext uri="{BB962C8B-B14F-4D97-AF65-F5344CB8AC3E}">
        <p14:creationId xmlns:p14="http://schemas.microsoft.com/office/powerpoint/2010/main" val="1738561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5031FE9-9059-4FE8-B4AC-9771F23A1B89}"/>
              </a:ext>
            </a:extLst>
          </p:cNvPr>
          <p:cNvSpPr>
            <a:spLocks noGrp="1"/>
          </p:cNvSpPr>
          <p:nvPr>
            <p:ph type="title"/>
          </p:nvPr>
        </p:nvSpPr>
        <p:spPr>
          <a:xfrm>
            <a:off x="1885155" y="658761"/>
            <a:ext cx="8421688" cy="670996"/>
          </a:xfrm>
        </p:spPr>
        <p:txBody>
          <a:bodyPr rtlCol="0"/>
          <a:lstStyle/>
          <a:p>
            <a:pPr rtl="0"/>
            <a:r>
              <a:rPr lang="tr-TR" b="1" dirty="0"/>
              <a:t>Veri Seti</a:t>
            </a:r>
          </a:p>
        </p:txBody>
      </p:sp>
      <p:sp>
        <p:nvSpPr>
          <p:cNvPr id="4" name="Metin Yer Tutucusu 3">
            <a:extLst>
              <a:ext uri="{FF2B5EF4-FFF2-40B4-BE49-F238E27FC236}">
                <a16:creationId xmlns:a16="http://schemas.microsoft.com/office/drawing/2014/main" id="{AC1C80FB-53F9-42EE-B1E6-D0F998EC5DFA}"/>
              </a:ext>
            </a:extLst>
          </p:cNvPr>
          <p:cNvSpPr>
            <a:spLocks noGrp="1"/>
          </p:cNvSpPr>
          <p:nvPr>
            <p:ph type="body" sz="quarter" idx="15"/>
          </p:nvPr>
        </p:nvSpPr>
        <p:spPr>
          <a:xfrm>
            <a:off x="1327352" y="1329757"/>
            <a:ext cx="9537287" cy="2166861"/>
          </a:xfrm>
        </p:spPr>
        <p:txBody>
          <a:bodyPr rtlCol="0">
            <a:normAutofit/>
          </a:bodyPr>
          <a:lstStyle/>
          <a:p>
            <a:pPr rtl="0"/>
            <a:r>
              <a:rPr lang="tr-TR" dirty="0"/>
              <a:t>Bu projede kullanılan veri seti, </a:t>
            </a:r>
            <a:r>
              <a:rPr lang="tr-TR" b="1" dirty="0"/>
              <a:t>47,548</a:t>
            </a:r>
            <a:r>
              <a:rPr lang="tr-TR" dirty="0"/>
              <a:t> satırdan ve </a:t>
            </a:r>
            <a:r>
              <a:rPr lang="tr-TR" b="1" dirty="0"/>
              <a:t>74,040</a:t>
            </a:r>
            <a:r>
              <a:rPr lang="tr-TR" dirty="0"/>
              <a:t> benzersiz kelimeden oluşan metin tabanlı bir koleksiyondur.</a:t>
            </a:r>
            <a:br>
              <a:rPr lang="tr-TR" dirty="0"/>
            </a:br>
            <a:br>
              <a:rPr lang="tr-TR" dirty="0"/>
            </a:br>
            <a:r>
              <a:rPr lang="tr-TR" dirty="0"/>
              <a:t>Veri seti, </a:t>
            </a:r>
            <a:r>
              <a:rPr lang="tr-TR" b="1" dirty="0"/>
              <a:t>"text"</a:t>
            </a:r>
            <a:r>
              <a:rPr lang="tr-TR" dirty="0"/>
              <a:t> ve </a:t>
            </a:r>
            <a:r>
              <a:rPr lang="tr-TR" b="1" dirty="0"/>
              <a:t>"label"</a:t>
            </a:r>
            <a:r>
              <a:rPr lang="tr-TR" dirty="0"/>
              <a:t> olmak üzere iki ana sütundan oluşmaktadır. </a:t>
            </a:r>
            <a:br>
              <a:rPr lang="tr-TR" dirty="0"/>
            </a:br>
            <a:r>
              <a:rPr lang="tr-TR" b="1" dirty="0"/>
              <a:t>Text</a:t>
            </a:r>
            <a:r>
              <a:rPr lang="tr-TR" dirty="0"/>
              <a:t> sütununda, bireylerin ruh haliyle ilgili metinler yer almakta; </a:t>
            </a:r>
            <a:r>
              <a:rPr lang="tr-TR" b="1" dirty="0"/>
              <a:t>label</a:t>
            </a:r>
            <a:r>
              <a:rPr lang="tr-TR" dirty="0"/>
              <a:t> sütununda ise bu metinlerin depresyon durumuna göre etiketlendirilmiş sınıflandırmaları bulunmaktadır. </a:t>
            </a:r>
            <a:br>
              <a:rPr lang="tr-TR" dirty="0"/>
            </a:br>
            <a:br>
              <a:rPr lang="tr-TR" dirty="0"/>
            </a:br>
            <a:r>
              <a:rPr lang="tr-TR" dirty="0"/>
              <a:t>Etiketler </a:t>
            </a:r>
            <a:r>
              <a:rPr lang="tr-TR" b="1" dirty="0"/>
              <a:t>"1"</a:t>
            </a:r>
            <a:r>
              <a:rPr lang="tr-TR" dirty="0"/>
              <a:t> ve </a:t>
            </a:r>
            <a:r>
              <a:rPr lang="tr-TR" b="1" dirty="0"/>
              <a:t>"0"</a:t>
            </a:r>
            <a:r>
              <a:rPr lang="tr-TR" dirty="0"/>
              <a:t> olarak belirlenmiş olup bu değerler "</a:t>
            </a:r>
            <a:r>
              <a:rPr lang="tr-TR" b="1" dirty="0"/>
              <a:t>Depresyon</a:t>
            </a:r>
            <a:r>
              <a:rPr lang="tr-TR" dirty="0"/>
              <a:t>" ve "</a:t>
            </a:r>
            <a:r>
              <a:rPr lang="tr-TR" b="1" dirty="0"/>
              <a:t>Normal</a:t>
            </a:r>
            <a:r>
              <a:rPr lang="tr-TR" dirty="0"/>
              <a:t>" değerlerine karşılık gelmektedir. Metinler bu iki kategoriden birine aittir.</a:t>
            </a:r>
          </a:p>
        </p:txBody>
      </p:sp>
      <p:pic>
        <p:nvPicPr>
          <p:cNvPr id="16" name="Resim 15" descr="metin, ekran görüntüsü, diyagram, çizgi içeren bir resim&#10;&#10;Açıklama otomatik olarak oluşturuldu">
            <a:extLst>
              <a:ext uri="{FF2B5EF4-FFF2-40B4-BE49-F238E27FC236}">
                <a16:creationId xmlns:a16="http://schemas.microsoft.com/office/drawing/2014/main" id="{12E2A312-A8D1-55C6-2C68-54A47CFD6D36}"/>
              </a:ext>
            </a:extLst>
          </p:cNvPr>
          <p:cNvPicPr>
            <a:picLocks noChangeAspect="1"/>
          </p:cNvPicPr>
          <p:nvPr/>
        </p:nvPicPr>
        <p:blipFill>
          <a:blip r:embed="rId3"/>
          <a:stretch>
            <a:fillRect/>
          </a:stretch>
        </p:blipFill>
        <p:spPr>
          <a:xfrm>
            <a:off x="3849324" y="3429000"/>
            <a:ext cx="4493345" cy="2965983"/>
          </a:xfrm>
          <a:prstGeom prst="rect">
            <a:avLst/>
          </a:prstGeom>
          <a:noFill/>
        </p:spPr>
      </p:pic>
    </p:spTree>
    <p:extLst>
      <p:ext uri="{BB962C8B-B14F-4D97-AF65-F5344CB8AC3E}">
        <p14:creationId xmlns:p14="http://schemas.microsoft.com/office/powerpoint/2010/main" val="159392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5031FE9-9059-4FE8-B4AC-9771F23A1B89}"/>
              </a:ext>
            </a:extLst>
          </p:cNvPr>
          <p:cNvSpPr>
            <a:spLocks noGrp="1"/>
          </p:cNvSpPr>
          <p:nvPr>
            <p:ph type="title"/>
          </p:nvPr>
        </p:nvSpPr>
        <p:spPr>
          <a:xfrm>
            <a:off x="1691148" y="4059652"/>
            <a:ext cx="3264310" cy="1657747"/>
          </a:xfrm>
        </p:spPr>
        <p:txBody>
          <a:bodyPr rtlCol="0">
            <a:normAutofit/>
          </a:bodyPr>
          <a:lstStyle/>
          <a:p>
            <a:pPr rtl="0"/>
            <a:r>
              <a:rPr lang="tr-TR" b="1" dirty="0"/>
              <a:t>Veri Analizinde Kullanılan Yöntemler</a:t>
            </a:r>
          </a:p>
        </p:txBody>
      </p:sp>
      <p:sp>
        <p:nvSpPr>
          <p:cNvPr id="3" name="İçerik Yer Tutucusu 2">
            <a:extLst>
              <a:ext uri="{FF2B5EF4-FFF2-40B4-BE49-F238E27FC236}">
                <a16:creationId xmlns:a16="http://schemas.microsoft.com/office/drawing/2014/main" id="{D4A2EB3F-4D60-451F-8F45-7D6654D2FCD9}"/>
              </a:ext>
            </a:extLst>
          </p:cNvPr>
          <p:cNvSpPr>
            <a:spLocks noGrp="1"/>
          </p:cNvSpPr>
          <p:nvPr>
            <p:ph type="body" sz="quarter" idx="13"/>
          </p:nvPr>
        </p:nvSpPr>
        <p:spPr>
          <a:xfrm>
            <a:off x="5915979" y="549705"/>
            <a:ext cx="5433204" cy="365125"/>
          </a:xfrm>
        </p:spPr>
        <p:txBody>
          <a:bodyPr vert="horz" lIns="91440" tIns="45720" rIns="91440" bIns="45720" rtlCol="0" anchor="t">
            <a:normAutofit lnSpcReduction="10000"/>
          </a:bodyPr>
          <a:lstStyle/>
          <a:p>
            <a:pPr rtl="0"/>
            <a:r>
              <a:rPr lang="tr-TR" b="1" dirty="0"/>
              <a:t>VERİ İŞLEME</a:t>
            </a:r>
          </a:p>
        </p:txBody>
      </p:sp>
      <p:sp>
        <p:nvSpPr>
          <p:cNvPr id="4" name="Metin Yer Tutucusu 3">
            <a:extLst>
              <a:ext uri="{FF2B5EF4-FFF2-40B4-BE49-F238E27FC236}">
                <a16:creationId xmlns:a16="http://schemas.microsoft.com/office/drawing/2014/main" id="{AC1C80FB-53F9-42EE-B1E6-D0F998EC5DFA}"/>
              </a:ext>
            </a:extLst>
          </p:cNvPr>
          <p:cNvSpPr>
            <a:spLocks noGrp="1"/>
          </p:cNvSpPr>
          <p:nvPr>
            <p:ph type="body" sz="quarter" idx="15"/>
          </p:nvPr>
        </p:nvSpPr>
        <p:spPr>
          <a:xfrm>
            <a:off x="5915979" y="933246"/>
            <a:ext cx="5431971" cy="557950"/>
          </a:xfrm>
        </p:spPr>
        <p:txBody>
          <a:bodyPr rtlCol="0">
            <a:normAutofit/>
          </a:bodyPr>
          <a:lstStyle/>
          <a:p>
            <a:pPr rtl="0"/>
            <a:r>
              <a:rPr lang="tr-TR" sz="1500" dirty="0"/>
              <a:t>Modelin doğruluğunu artırmak ve metinleri doğru şekilde analiz etmek için kritik öneme sahip olan hazırlık sürecidir.</a:t>
            </a:r>
          </a:p>
        </p:txBody>
      </p:sp>
      <p:sp>
        <p:nvSpPr>
          <p:cNvPr id="5" name="Metin Yer Tutucusu 4">
            <a:extLst>
              <a:ext uri="{FF2B5EF4-FFF2-40B4-BE49-F238E27FC236}">
                <a16:creationId xmlns:a16="http://schemas.microsoft.com/office/drawing/2014/main" id="{E81BA2B5-6A90-4204-ABDD-7183FBB03A02}"/>
              </a:ext>
            </a:extLst>
          </p:cNvPr>
          <p:cNvSpPr>
            <a:spLocks noGrp="1"/>
          </p:cNvSpPr>
          <p:nvPr>
            <p:ph type="body" sz="quarter" idx="23"/>
          </p:nvPr>
        </p:nvSpPr>
        <p:spPr>
          <a:xfrm>
            <a:off x="5914746" y="1704029"/>
            <a:ext cx="5433204" cy="365125"/>
          </a:xfrm>
        </p:spPr>
        <p:txBody>
          <a:bodyPr rtlCol="0">
            <a:normAutofit lnSpcReduction="10000"/>
          </a:bodyPr>
          <a:lstStyle/>
          <a:p>
            <a:r>
              <a:rPr lang="tr-TR" b="1" dirty="0"/>
              <a:t>METİN TEMİZLEME</a:t>
            </a:r>
          </a:p>
        </p:txBody>
      </p:sp>
      <p:sp>
        <p:nvSpPr>
          <p:cNvPr id="6" name="Metin Yer Tutucusu 5">
            <a:extLst>
              <a:ext uri="{FF2B5EF4-FFF2-40B4-BE49-F238E27FC236}">
                <a16:creationId xmlns:a16="http://schemas.microsoft.com/office/drawing/2014/main" id="{7E7D4C34-22A0-4D54-A07D-E1E9A11463E5}"/>
              </a:ext>
            </a:extLst>
          </p:cNvPr>
          <p:cNvSpPr>
            <a:spLocks noGrp="1"/>
          </p:cNvSpPr>
          <p:nvPr>
            <p:ph type="body" sz="quarter" idx="24"/>
          </p:nvPr>
        </p:nvSpPr>
        <p:spPr>
          <a:xfrm>
            <a:off x="5914746" y="2068159"/>
            <a:ext cx="5431971" cy="823396"/>
          </a:xfrm>
        </p:spPr>
        <p:txBody>
          <a:bodyPr rtlCol="0">
            <a:noAutofit/>
          </a:bodyPr>
          <a:lstStyle/>
          <a:p>
            <a:pPr rtl="0"/>
            <a:r>
              <a:rPr lang="tr-TR" sz="1500" dirty="0"/>
              <a:t>Metnin anlamını koruyarak gereksiz bilgi yükünü ortadan kaldırmak amaçlanmaktadır. Gereksiz karakterler, semboller, boşluklar ve anlamsız bilgiler temizlenir.</a:t>
            </a:r>
          </a:p>
        </p:txBody>
      </p:sp>
      <p:sp>
        <p:nvSpPr>
          <p:cNvPr id="7" name="Metin Yer Tutucusu 6">
            <a:extLst>
              <a:ext uri="{FF2B5EF4-FFF2-40B4-BE49-F238E27FC236}">
                <a16:creationId xmlns:a16="http://schemas.microsoft.com/office/drawing/2014/main" id="{301D392D-FB66-47A0-B628-5ADE822A2CFF}"/>
              </a:ext>
            </a:extLst>
          </p:cNvPr>
          <p:cNvSpPr>
            <a:spLocks noGrp="1"/>
          </p:cNvSpPr>
          <p:nvPr>
            <p:ph type="body" sz="quarter" idx="25"/>
          </p:nvPr>
        </p:nvSpPr>
        <p:spPr>
          <a:xfrm>
            <a:off x="5913513" y="3101204"/>
            <a:ext cx="5433204" cy="365125"/>
          </a:xfrm>
        </p:spPr>
        <p:txBody>
          <a:bodyPr rtlCol="0">
            <a:normAutofit lnSpcReduction="10000"/>
          </a:bodyPr>
          <a:lstStyle/>
          <a:p>
            <a:r>
              <a:rPr lang="tr-TR" b="1" dirty="0"/>
              <a:t>STOP WORDS TEMİZLEME</a:t>
            </a:r>
          </a:p>
        </p:txBody>
      </p:sp>
      <p:sp>
        <p:nvSpPr>
          <p:cNvPr id="8" name="Metin Yer Tutucusu 7">
            <a:extLst>
              <a:ext uri="{FF2B5EF4-FFF2-40B4-BE49-F238E27FC236}">
                <a16:creationId xmlns:a16="http://schemas.microsoft.com/office/drawing/2014/main" id="{51C26CE0-2506-4B44-A26F-C12BFA5B18B5}"/>
              </a:ext>
            </a:extLst>
          </p:cNvPr>
          <p:cNvSpPr>
            <a:spLocks noGrp="1"/>
          </p:cNvSpPr>
          <p:nvPr>
            <p:ph type="body" sz="quarter" idx="26"/>
          </p:nvPr>
        </p:nvSpPr>
        <p:spPr>
          <a:xfrm>
            <a:off x="5914746" y="3434049"/>
            <a:ext cx="5431971" cy="843940"/>
          </a:xfrm>
        </p:spPr>
        <p:txBody>
          <a:bodyPr rtlCol="0">
            <a:noAutofit/>
          </a:bodyPr>
          <a:lstStyle/>
          <a:p>
            <a:pPr rtl="0"/>
            <a:r>
              <a:rPr lang="tr-TR" sz="1500" dirty="0"/>
              <a:t>Metnin anlamına katkı sağlamayan kelimeler (and, or, this…) "Stop Words" olarak adlandırılır. Bu kelimeler, modelin doğruluğunu arttırabilmek için metinden çıkarılmaktadır.</a:t>
            </a:r>
          </a:p>
        </p:txBody>
      </p:sp>
      <p:sp>
        <p:nvSpPr>
          <p:cNvPr id="9" name="Metin Yer Tutucusu 8">
            <a:extLst>
              <a:ext uri="{FF2B5EF4-FFF2-40B4-BE49-F238E27FC236}">
                <a16:creationId xmlns:a16="http://schemas.microsoft.com/office/drawing/2014/main" id="{868F40F8-BF35-45E9-B3DD-5436362D746E}"/>
              </a:ext>
            </a:extLst>
          </p:cNvPr>
          <p:cNvSpPr>
            <a:spLocks noGrp="1"/>
          </p:cNvSpPr>
          <p:nvPr>
            <p:ph type="body" sz="quarter" idx="27"/>
          </p:nvPr>
        </p:nvSpPr>
        <p:spPr>
          <a:xfrm>
            <a:off x="5913513" y="4493584"/>
            <a:ext cx="5433204" cy="365125"/>
          </a:xfrm>
        </p:spPr>
        <p:txBody>
          <a:bodyPr rtlCol="0">
            <a:normAutofit lnSpcReduction="10000"/>
          </a:bodyPr>
          <a:lstStyle/>
          <a:p>
            <a:r>
              <a:rPr lang="tr-TR" b="1" dirty="0"/>
              <a:t>LEMMATİZATİON (KÖK BULMA)</a:t>
            </a:r>
          </a:p>
        </p:txBody>
      </p:sp>
      <p:sp>
        <p:nvSpPr>
          <p:cNvPr id="10" name="Metin Yer Tutucusu 9">
            <a:extLst>
              <a:ext uri="{FF2B5EF4-FFF2-40B4-BE49-F238E27FC236}">
                <a16:creationId xmlns:a16="http://schemas.microsoft.com/office/drawing/2014/main" id="{7F39C97C-2DDC-4706-B96C-B02FAE53A426}"/>
              </a:ext>
            </a:extLst>
          </p:cNvPr>
          <p:cNvSpPr>
            <a:spLocks noGrp="1"/>
          </p:cNvSpPr>
          <p:nvPr>
            <p:ph type="body" sz="quarter" idx="28"/>
          </p:nvPr>
        </p:nvSpPr>
        <p:spPr>
          <a:xfrm>
            <a:off x="5914746" y="4875383"/>
            <a:ext cx="5431971" cy="1289443"/>
          </a:xfrm>
        </p:spPr>
        <p:txBody>
          <a:bodyPr rtlCol="0">
            <a:noAutofit/>
          </a:bodyPr>
          <a:lstStyle/>
          <a:p>
            <a:pPr rtl="0"/>
            <a:r>
              <a:rPr lang="tr-TR" sz="1500" dirty="0"/>
              <a:t>Kelimeler, anlamlarını kaybetmeden köklerine indirgenir.</a:t>
            </a:r>
            <a:br>
              <a:rPr lang="tr-TR" sz="1500" dirty="0"/>
            </a:br>
            <a:r>
              <a:rPr lang="tr-TR" sz="1500" dirty="0"/>
              <a:t>Örneğin, "running" kelimesi "run" olarak, "better" kelimesi "good" olarak köklerine dönüştürülür. Bu işlem, modelin kelimeleri daha anlamlı bir şekilde analiz etmesine olanak tanır. Eş anlamlı kelimeleri eşit bir şekilde değerlendirebilir.</a:t>
            </a:r>
          </a:p>
        </p:txBody>
      </p:sp>
    </p:spTree>
    <p:extLst>
      <p:ext uri="{BB962C8B-B14F-4D97-AF65-F5344CB8AC3E}">
        <p14:creationId xmlns:p14="http://schemas.microsoft.com/office/powerpoint/2010/main" val="1844941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37E1C88-627C-4655-A4FB-0BB02EDB078A}"/>
              </a:ext>
            </a:extLst>
          </p:cNvPr>
          <p:cNvSpPr>
            <a:spLocks noGrp="1"/>
          </p:cNvSpPr>
          <p:nvPr>
            <p:ph type="title"/>
          </p:nvPr>
        </p:nvSpPr>
        <p:spPr>
          <a:xfrm>
            <a:off x="917371" y="559295"/>
            <a:ext cx="7508875" cy="747096"/>
          </a:xfrm>
        </p:spPr>
        <p:txBody>
          <a:bodyPr rtlCol="0"/>
          <a:lstStyle/>
          <a:p>
            <a:pPr rtl="0"/>
            <a:r>
              <a:rPr lang="tr-TR" b="1" dirty="0"/>
              <a:t>Veri işleme ve ön hazırlık</a:t>
            </a:r>
          </a:p>
        </p:txBody>
      </p:sp>
      <p:sp>
        <p:nvSpPr>
          <p:cNvPr id="3" name="İçerik Yer Tutucusu 2">
            <a:extLst>
              <a:ext uri="{FF2B5EF4-FFF2-40B4-BE49-F238E27FC236}">
                <a16:creationId xmlns:a16="http://schemas.microsoft.com/office/drawing/2014/main" id="{033634FE-ADF0-4BC3-A0A9-447EA9DD096B}"/>
              </a:ext>
            </a:extLst>
          </p:cNvPr>
          <p:cNvSpPr>
            <a:spLocks noGrp="1"/>
          </p:cNvSpPr>
          <p:nvPr>
            <p:ph type="body" idx="1"/>
          </p:nvPr>
        </p:nvSpPr>
        <p:spPr>
          <a:xfrm>
            <a:off x="917373" y="1504310"/>
            <a:ext cx="8619918" cy="934091"/>
          </a:xfrm>
        </p:spPr>
        <p:txBody>
          <a:bodyPr vert="horz" lIns="91440" tIns="45720" rIns="91440" bIns="45720" rtlCol="0" anchor="t">
            <a:normAutofit/>
          </a:bodyPr>
          <a:lstStyle/>
          <a:p>
            <a:pPr rtl="0"/>
            <a:r>
              <a:rPr lang="tr-TR" sz="1600" b="1" noProof="1"/>
              <a:t>TOKENİZER KULLANIMI</a:t>
            </a:r>
          </a:p>
          <a:p>
            <a:pPr rtl="0"/>
            <a:r>
              <a:rPr lang="tr-TR" sz="1500" dirty="0"/>
              <a:t>Tokenizer, metni kelimelere veya alt birimlere (subwords) ayıran bir araçtır.</a:t>
            </a:r>
            <a:br>
              <a:rPr lang="tr-TR" sz="1500" dirty="0"/>
            </a:br>
            <a:r>
              <a:rPr lang="tr-TR" sz="1500" dirty="0"/>
              <a:t>Modelin metni anlaması için Tokenizer, her karakteri sayısal bir indexe dönüştürür.</a:t>
            </a:r>
            <a:endParaRPr lang="tr-TR" sz="1500" b="1" noProof="1"/>
          </a:p>
        </p:txBody>
      </p:sp>
      <p:sp>
        <p:nvSpPr>
          <p:cNvPr id="7" name="İçerik Yer Tutucusu 2">
            <a:extLst>
              <a:ext uri="{FF2B5EF4-FFF2-40B4-BE49-F238E27FC236}">
                <a16:creationId xmlns:a16="http://schemas.microsoft.com/office/drawing/2014/main" id="{074A42AB-62B2-CF14-06B3-98CC2EFEC4BD}"/>
              </a:ext>
            </a:extLst>
          </p:cNvPr>
          <p:cNvSpPr txBox="1">
            <a:spLocks/>
          </p:cNvSpPr>
          <p:nvPr/>
        </p:nvSpPr>
        <p:spPr>
          <a:xfrm>
            <a:off x="917371" y="2636320"/>
            <a:ext cx="7803841" cy="1506704"/>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Arial" panose="020B06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Arial" panose="020B06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Arial" panose="020B06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Arial" panose="020B06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tr-TR" sz="1600" b="1" noProof="1"/>
              <a:t>METİN UZUNLUKLARININ HESAPLANMASI</a:t>
            </a:r>
          </a:p>
          <a:p>
            <a:r>
              <a:rPr lang="tr-TR" sz="1500" noProof="1"/>
              <a:t>Veri setindeki metinlerin uzunluklarının yoğunlaştığı değer aralığı bulunur.</a:t>
            </a:r>
            <a:br>
              <a:rPr lang="tr-TR" sz="1500" noProof="1"/>
            </a:br>
            <a:r>
              <a:rPr lang="tr-TR" sz="1500" noProof="1"/>
              <a:t>Bu projedeki tüm metinlerin "</a:t>
            </a:r>
            <a:r>
              <a:rPr lang="tr-TR" sz="1500" b="1" noProof="1"/>
              <a:t>%98</a:t>
            </a:r>
            <a:r>
              <a:rPr lang="tr-TR" sz="1500" noProof="1"/>
              <a:t>" ortalaması </a:t>
            </a:r>
            <a:r>
              <a:rPr lang="tr-TR" sz="1500" b="1" noProof="1"/>
              <a:t>301</a:t>
            </a:r>
            <a:r>
              <a:rPr lang="tr-TR" sz="1500" noProof="1"/>
              <a:t> karakter uzunluğundadır.</a:t>
            </a:r>
          </a:p>
          <a:p>
            <a:r>
              <a:rPr lang="tr-TR" sz="1500" noProof="1"/>
              <a:t>Bu uzunluk değerinden küçük olan cümlelerin sonuna sıfırlar eklenir,</a:t>
            </a:r>
            <a:br>
              <a:rPr lang="tr-TR" sz="1500" noProof="1"/>
            </a:br>
            <a:r>
              <a:rPr lang="tr-TR" sz="1500" noProof="1"/>
              <a:t>büyük olan cümleler ise bölünmektedir.</a:t>
            </a:r>
          </a:p>
        </p:txBody>
      </p:sp>
      <p:sp>
        <p:nvSpPr>
          <p:cNvPr id="8" name="İçerik Yer Tutucusu 2">
            <a:extLst>
              <a:ext uri="{FF2B5EF4-FFF2-40B4-BE49-F238E27FC236}">
                <a16:creationId xmlns:a16="http://schemas.microsoft.com/office/drawing/2014/main" id="{BF8CE592-1270-68FC-8F94-3FD24605A65B}"/>
              </a:ext>
            </a:extLst>
          </p:cNvPr>
          <p:cNvSpPr txBox="1">
            <a:spLocks/>
          </p:cNvSpPr>
          <p:nvPr/>
        </p:nvSpPr>
        <p:spPr>
          <a:xfrm>
            <a:off x="917371" y="4340943"/>
            <a:ext cx="6987765" cy="205002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Arial" panose="020B06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Arial" panose="020B06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Arial" panose="020B06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Arial" panose="020B06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tr-TR" sz="1600" b="1" noProof="1"/>
              <a:t>VERİ BÖLME</a:t>
            </a:r>
          </a:p>
          <a:p>
            <a:r>
              <a:rPr lang="tr-TR" sz="1500" noProof="1"/>
              <a:t>Modelin aşırı öğrenmesini "Overfitting" engellemek ve genelleme gücünü</a:t>
            </a:r>
            <a:br>
              <a:rPr lang="tr-TR" sz="1500" noProof="1"/>
            </a:br>
            <a:r>
              <a:rPr lang="tr-TR" sz="1500" noProof="1"/>
              <a:t>arttırmak için veri seti üç parçaya ayrılır bunlar: Eğitim, Doğrulama, Test’tir.</a:t>
            </a:r>
          </a:p>
          <a:p>
            <a:r>
              <a:rPr lang="tr-TR" sz="1500" b="1" noProof="1"/>
              <a:t>Eğitim Veri Seti: </a:t>
            </a:r>
            <a:r>
              <a:rPr lang="tr-TR" sz="1500" noProof="1"/>
              <a:t>Modelin öğrenmesi sırasında kullanılan veri setidir.</a:t>
            </a:r>
            <a:br>
              <a:rPr lang="tr-TR" sz="1500" noProof="1"/>
            </a:br>
            <a:r>
              <a:rPr lang="tr-TR" sz="1500" b="1" noProof="1"/>
              <a:t>Doğrulama Veri Seti: </a:t>
            </a:r>
            <a:r>
              <a:rPr lang="tr-TR" sz="1500" noProof="1"/>
              <a:t>Modelin eğitimi sırasında doğruluğunu ölçmek ve hiperparametre ayarlarını yapmak için kullanılan veri setidir.</a:t>
            </a:r>
            <a:br>
              <a:rPr lang="tr-TR" sz="1500" noProof="1"/>
            </a:br>
            <a:r>
              <a:rPr lang="tr-TR" sz="1500" b="1" noProof="1"/>
              <a:t>Test Veri Seti: </a:t>
            </a:r>
            <a:r>
              <a:rPr lang="tr-TR" sz="1500" noProof="1"/>
              <a:t>Modelin performansını ölçmek için kullanılan veri setidir.</a:t>
            </a:r>
          </a:p>
        </p:txBody>
      </p:sp>
    </p:spTree>
    <p:extLst>
      <p:ext uri="{BB962C8B-B14F-4D97-AF65-F5344CB8AC3E}">
        <p14:creationId xmlns:p14="http://schemas.microsoft.com/office/powerpoint/2010/main" val="1346372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29DE7F2-E890-4744-88DD-A75F5E300513}"/>
              </a:ext>
            </a:extLst>
          </p:cNvPr>
          <p:cNvSpPr>
            <a:spLocks noGrp="1"/>
          </p:cNvSpPr>
          <p:nvPr>
            <p:ph type="ctrTitle"/>
          </p:nvPr>
        </p:nvSpPr>
        <p:spPr>
          <a:xfrm>
            <a:off x="6823587" y="1757516"/>
            <a:ext cx="4347333" cy="3342968"/>
          </a:xfrm>
        </p:spPr>
        <p:txBody>
          <a:bodyPr rtlCol="0"/>
          <a:lstStyle/>
          <a:p>
            <a:pPr algn="ctr" rtl="0"/>
            <a:r>
              <a:rPr lang="tr-TR" dirty="0"/>
              <a:t>YAPAY ZEKA MODELİNİN OLUŞTURULMASI ve</a:t>
            </a:r>
            <a:br>
              <a:rPr lang="tr-TR" dirty="0"/>
            </a:br>
            <a:r>
              <a:rPr lang="tr-TR" dirty="0"/>
              <a:t>Eğitilmesi </a:t>
            </a:r>
          </a:p>
        </p:txBody>
      </p:sp>
    </p:spTree>
    <p:extLst>
      <p:ext uri="{BB962C8B-B14F-4D97-AF65-F5344CB8AC3E}">
        <p14:creationId xmlns:p14="http://schemas.microsoft.com/office/powerpoint/2010/main" val="707789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A4E0A63-A388-49B1-A04E-27CE9BD622EF}"/>
              </a:ext>
            </a:extLst>
          </p:cNvPr>
          <p:cNvSpPr>
            <a:spLocks noGrp="1"/>
          </p:cNvSpPr>
          <p:nvPr>
            <p:ph type="title"/>
          </p:nvPr>
        </p:nvSpPr>
        <p:spPr>
          <a:xfrm>
            <a:off x="5751869" y="376562"/>
            <a:ext cx="5801032" cy="518172"/>
          </a:xfrm>
        </p:spPr>
        <p:txBody>
          <a:bodyPr rtlCol="0">
            <a:normAutofit/>
          </a:bodyPr>
          <a:lstStyle/>
          <a:p>
            <a:pPr rtl="0"/>
            <a:r>
              <a:rPr lang="tr-TR" b="1" dirty="0"/>
              <a:t>MODELİN YAPILANDIRILMASI</a:t>
            </a:r>
          </a:p>
        </p:txBody>
      </p:sp>
      <p:sp>
        <p:nvSpPr>
          <p:cNvPr id="7" name="Metin Yer Tutucusu 6">
            <a:extLst>
              <a:ext uri="{FF2B5EF4-FFF2-40B4-BE49-F238E27FC236}">
                <a16:creationId xmlns:a16="http://schemas.microsoft.com/office/drawing/2014/main" id="{40297407-CE4E-4284-879D-AEC395713625}"/>
              </a:ext>
            </a:extLst>
          </p:cNvPr>
          <p:cNvSpPr>
            <a:spLocks noGrp="1"/>
          </p:cNvSpPr>
          <p:nvPr>
            <p:ph type="body" sz="quarter" idx="15"/>
          </p:nvPr>
        </p:nvSpPr>
        <p:spPr>
          <a:xfrm>
            <a:off x="5338916" y="993304"/>
            <a:ext cx="6213985" cy="1504089"/>
          </a:xfrm>
        </p:spPr>
        <p:txBody>
          <a:bodyPr rtlCol="0">
            <a:normAutofit/>
          </a:bodyPr>
          <a:lstStyle/>
          <a:p>
            <a:pPr rtl="0"/>
            <a:r>
              <a:rPr lang="tr-TR" sz="1700" b="1" noProof="1"/>
              <a:t>EMBEDDİNG KATMANI</a:t>
            </a:r>
            <a:br>
              <a:rPr lang="tr-TR" sz="1500" noProof="1"/>
            </a:br>
            <a:r>
              <a:rPr lang="tr-TR" sz="1500" noProof="1"/>
              <a:t>Modelin ilk katmanı olan bu katmanda, veriler sayısal olarak bir vektör uzayına alınır. Her vektör kelimenin anlamını ve ilişkisini temsil eder.</a:t>
            </a:r>
            <a:br>
              <a:rPr lang="tr-TR" sz="1500" noProof="1"/>
            </a:br>
            <a:r>
              <a:rPr lang="tr-TR" sz="1500" noProof="1"/>
              <a:t>Bu vektörler sayesinde kelimeler, diğer kelimelerle olan semantik (anlambilimsel) ilişkilerini öğrenir. Örneğin "King" ve "Queen" kelimeleri benzer vektörlere sahip olacaktır çünkü benzer anlamlara sahiptirler.</a:t>
            </a:r>
          </a:p>
        </p:txBody>
      </p:sp>
      <p:sp>
        <p:nvSpPr>
          <p:cNvPr id="17" name="Metin Yer Tutucusu 6">
            <a:extLst>
              <a:ext uri="{FF2B5EF4-FFF2-40B4-BE49-F238E27FC236}">
                <a16:creationId xmlns:a16="http://schemas.microsoft.com/office/drawing/2014/main" id="{2974A659-8422-CB78-9E98-8240D2044BCC}"/>
              </a:ext>
            </a:extLst>
          </p:cNvPr>
          <p:cNvSpPr txBox="1">
            <a:spLocks/>
          </p:cNvSpPr>
          <p:nvPr/>
        </p:nvSpPr>
        <p:spPr>
          <a:xfrm>
            <a:off x="4611329" y="2566467"/>
            <a:ext cx="6941572" cy="1025710"/>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BİDİRECTİONAL LSTM KATMANI</a:t>
            </a:r>
            <a:br>
              <a:rPr lang="tr-TR" sz="1500" noProof="1"/>
            </a:br>
            <a:r>
              <a:rPr lang="tr-TR" sz="1500" noProof="1"/>
              <a:t>Bu katmanda, metnin hem önceki hem de sonraki kelimelerine bakılarak daha güçlü bir bağlam analizi yapılır. Bu sayede kelimeler arasındaki bağlamdan daha doğru anlam elde edilir.</a:t>
            </a:r>
          </a:p>
        </p:txBody>
      </p:sp>
      <p:sp>
        <p:nvSpPr>
          <p:cNvPr id="24" name="Metin Yer Tutucusu 6">
            <a:extLst>
              <a:ext uri="{FF2B5EF4-FFF2-40B4-BE49-F238E27FC236}">
                <a16:creationId xmlns:a16="http://schemas.microsoft.com/office/drawing/2014/main" id="{AE7B97B6-A266-EDE6-863E-86587D17B677}"/>
              </a:ext>
            </a:extLst>
          </p:cNvPr>
          <p:cNvSpPr txBox="1">
            <a:spLocks/>
          </p:cNvSpPr>
          <p:nvPr/>
        </p:nvSpPr>
        <p:spPr>
          <a:xfrm>
            <a:off x="4001729" y="3661251"/>
            <a:ext cx="7551172" cy="1025711"/>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DROPOUT KATMANI</a:t>
            </a:r>
            <a:br>
              <a:rPr lang="tr-TR" sz="1500" noProof="1"/>
            </a:br>
            <a:r>
              <a:rPr lang="tr-TR" sz="1500" noProof="1"/>
              <a:t>Modelin overfitting olmaması ve test verilerine daha iyi genelleme yapabilmesi için rastgele olarak bazı nöronları devre dışı bırakır. Bu sayede model daha iyi genelle yapabilir duruma gelir.</a:t>
            </a:r>
          </a:p>
        </p:txBody>
      </p:sp>
      <p:sp>
        <p:nvSpPr>
          <p:cNvPr id="26" name="Metin Yer Tutucusu 6">
            <a:extLst>
              <a:ext uri="{FF2B5EF4-FFF2-40B4-BE49-F238E27FC236}">
                <a16:creationId xmlns:a16="http://schemas.microsoft.com/office/drawing/2014/main" id="{679FD35B-88E0-05D9-9AC3-3D5A89ABCD49}"/>
              </a:ext>
            </a:extLst>
          </p:cNvPr>
          <p:cNvSpPr txBox="1">
            <a:spLocks/>
          </p:cNvSpPr>
          <p:nvPr/>
        </p:nvSpPr>
        <p:spPr>
          <a:xfrm>
            <a:off x="3382297" y="4756036"/>
            <a:ext cx="8170604" cy="809021"/>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DENSE KATMANI</a:t>
            </a:r>
            <a:br>
              <a:rPr lang="tr-TR" sz="1500" noProof="1"/>
            </a:br>
            <a:r>
              <a:rPr lang="tr-TR" sz="1500" noProof="1"/>
              <a:t>Herbir nöronun başka bir nörona bağlandığı katmandır. Bu katman daha karmaşık ilişkilerin öğrenilmesini ve modelin karar vermesini sağlar.</a:t>
            </a:r>
          </a:p>
        </p:txBody>
      </p:sp>
      <p:sp>
        <p:nvSpPr>
          <p:cNvPr id="31" name="Metin Yer Tutucusu 6">
            <a:extLst>
              <a:ext uri="{FF2B5EF4-FFF2-40B4-BE49-F238E27FC236}">
                <a16:creationId xmlns:a16="http://schemas.microsoft.com/office/drawing/2014/main" id="{4C352177-03F7-E4EE-60CA-F7B83E78A62D}"/>
              </a:ext>
            </a:extLst>
          </p:cNvPr>
          <p:cNvSpPr txBox="1">
            <a:spLocks/>
          </p:cNvSpPr>
          <p:nvPr/>
        </p:nvSpPr>
        <p:spPr>
          <a:xfrm>
            <a:off x="2966533" y="5634131"/>
            <a:ext cx="8586368" cy="84730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ÇIKIŞ KATMANI</a:t>
            </a:r>
            <a:br>
              <a:rPr lang="tr-TR" sz="1500" noProof="1"/>
            </a:br>
            <a:r>
              <a:rPr lang="tr-TR" sz="1500" noProof="1"/>
              <a:t>Modelin son katmanı olarak sınıflandırma görevini yerine getirir. Değer 0.5’ten büyükse 1, küçükse 0 değerine yuvarlar. Bu sayede model veri üzerinde karar vermiş olur.</a:t>
            </a:r>
          </a:p>
        </p:txBody>
      </p:sp>
    </p:spTree>
    <p:extLst>
      <p:ext uri="{BB962C8B-B14F-4D97-AF65-F5344CB8AC3E}">
        <p14:creationId xmlns:p14="http://schemas.microsoft.com/office/powerpoint/2010/main" val="2069393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CE54ABB-4929-4810-950B-2DAEA0A5BAB4}"/>
              </a:ext>
            </a:extLst>
          </p:cNvPr>
          <p:cNvSpPr>
            <a:spLocks noGrp="1"/>
          </p:cNvSpPr>
          <p:nvPr>
            <p:ph type="title"/>
          </p:nvPr>
        </p:nvSpPr>
        <p:spPr>
          <a:xfrm>
            <a:off x="1885156" y="420230"/>
            <a:ext cx="8421688" cy="661320"/>
          </a:xfrm>
        </p:spPr>
        <p:txBody>
          <a:bodyPr rtlCol="0"/>
          <a:lstStyle/>
          <a:p>
            <a:pPr rtl="0"/>
            <a:r>
              <a:rPr lang="tr-TR" b="1" dirty="0"/>
              <a:t>MODELİN EĞİTİLMESİ</a:t>
            </a:r>
          </a:p>
        </p:txBody>
      </p:sp>
      <p:sp>
        <p:nvSpPr>
          <p:cNvPr id="7" name="İçerik Yer Tutucusu 6">
            <a:extLst>
              <a:ext uri="{FF2B5EF4-FFF2-40B4-BE49-F238E27FC236}">
                <a16:creationId xmlns:a16="http://schemas.microsoft.com/office/drawing/2014/main" id="{6B35F89A-6CDF-41F7-BD87-18B45BD7330B}"/>
              </a:ext>
            </a:extLst>
          </p:cNvPr>
          <p:cNvSpPr>
            <a:spLocks noGrp="1"/>
          </p:cNvSpPr>
          <p:nvPr>
            <p:ph sz="half" idx="2"/>
          </p:nvPr>
        </p:nvSpPr>
        <p:spPr>
          <a:xfrm>
            <a:off x="1050653" y="1379515"/>
            <a:ext cx="10090693" cy="586936"/>
          </a:xfrm>
        </p:spPr>
        <p:txBody>
          <a:bodyPr vert="horz" lIns="91440" tIns="45720" rIns="91440" bIns="45720" rtlCol="0" anchor="t">
            <a:normAutofit/>
          </a:bodyPr>
          <a:lstStyle/>
          <a:p>
            <a:pPr rtl="0"/>
            <a:r>
              <a:rPr lang="tr-TR" sz="1600" b="1" noProof="1"/>
              <a:t>ADAM OPTİMİZER: </a:t>
            </a:r>
            <a:r>
              <a:rPr lang="tr-TR" sz="1500" noProof="1"/>
              <a:t>Modelin öğrenme hızını optimize eder. Yüksek doğruluk ve düşük Loss değeri elde etmeyi amaçlamaktadır. Sinir ağının parametrelerini her epochta doğru yönde güncellemektedir.</a:t>
            </a:r>
            <a:endParaRPr lang="tr-TR" sz="1600" b="1" noProof="1"/>
          </a:p>
          <a:p>
            <a:pPr rtl="0"/>
            <a:endParaRPr lang="tr-TR" noProof="1"/>
          </a:p>
        </p:txBody>
      </p:sp>
      <p:sp>
        <p:nvSpPr>
          <p:cNvPr id="34" name="İçerik Yer Tutucusu 6">
            <a:extLst>
              <a:ext uri="{FF2B5EF4-FFF2-40B4-BE49-F238E27FC236}">
                <a16:creationId xmlns:a16="http://schemas.microsoft.com/office/drawing/2014/main" id="{6829C29A-6598-14E5-515C-2DA8669784C1}"/>
              </a:ext>
            </a:extLst>
          </p:cNvPr>
          <p:cNvSpPr txBox="1">
            <a:spLocks/>
          </p:cNvSpPr>
          <p:nvPr/>
        </p:nvSpPr>
        <p:spPr>
          <a:xfrm>
            <a:off x="1050652" y="2062857"/>
            <a:ext cx="10090693" cy="847492"/>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LEARNİNG RATE (ÖĞRENME HIZI): </a:t>
            </a:r>
            <a:r>
              <a:rPr lang="tr-TR" sz="1500" noProof="1"/>
              <a:t>Modelin ağırlıklarının güncellenme hızını belirler. Eğer modelin öğrenme hızı çok yüksekse model çok hızlı eğitilir fakat karar vermede daha dengesiz sonuçlar verebilir.</a:t>
            </a:r>
            <a:br>
              <a:rPr lang="tr-TR" sz="1500" noProof="1"/>
            </a:br>
            <a:r>
              <a:rPr lang="tr-TR" sz="1500" noProof="1"/>
              <a:t>Hız çok düşükse de model çok yavaş eğitilir fakat karar vermede daha kesin sonuçlar orataya çıkartabilir.</a:t>
            </a:r>
            <a:endParaRPr lang="tr-TR" sz="1600" b="1" noProof="1"/>
          </a:p>
          <a:p>
            <a:endParaRPr lang="tr-TR" noProof="1"/>
          </a:p>
        </p:txBody>
      </p:sp>
      <p:sp>
        <p:nvSpPr>
          <p:cNvPr id="35" name="İçerik Yer Tutucusu 6">
            <a:extLst>
              <a:ext uri="{FF2B5EF4-FFF2-40B4-BE49-F238E27FC236}">
                <a16:creationId xmlns:a16="http://schemas.microsoft.com/office/drawing/2014/main" id="{45D58F41-0B8B-AA18-2990-9224566D3A0E}"/>
              </a:ext>
            </a:extLst>
          </p:cNvPr>
          <p:cNvSpPr txBox="1">
            <a:spLocks/>
          </p:cNvSpPr>
          <p:nvPr/>
        </p:nvSpPr>
        <p:spPr>
          <a:xfrm>
            <a:off x="1050651" y="3004838"/>
            <a:ext cx="10090693" cy="58693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EPOCH: </a:t>
            </a:r>
            <a:r>
              <a:rPr lang="tr-TR" sz="1500" noProof="1"/>
              <a:t>Modelin eğitim seti üzerinde kaç tam tur atacağını belirler. Her epoch sonunda modelin doğruluk ve Loss değerleri değerlendirilir.</a:t>
            </a:r>
            <a:endParaRPr lang="tr-TR" sz="1600" b="1" noProof="1"/>
          </a:p>
          <a:p>
            <a:endParaRPr lang="tr-TR" noProof="1"/>
          </a:p>
        </p:txBody>
      </p:sp>
      <p:sp>
        <p:nvSpPr>
          <p:cNvPr id="36" name="İçerik Yer Tutucusu 6">
            <a:extLst>
              <a:ext uri="{FF2B5EF4-FFF2-40B4-BE49-F238E27FC236}">
                <a16:creationId xmlns:a16="http://schemas.microsoft.com/office/drawing/2014/main" id="{06D3AF29-1857-9877-28AB-CB58CD253AA7}"/>
              </a:ext>
            </a:extLst>
          </p:cNvPr>
          <p:cNvSpPr txBox="1">
            <a:spLocks/>
          </p:cNvSpPr>
          <p:nvPr/>
        </p:nvSpPr>
        <p:spPr>
          <a:xfrm>
            <a:off x="1050650" y="3686262"/>
            <a:ext cx="10090693" cy="1033221"/>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BATCH SİZE (YIĞIN BÜYÜKLÜĞÜ): </a:t>
            </a:r>
            <a:r>
              <a:rPr lang="tr-TR" sz="1500" noProof="1"/>
              <a:t>Modelin eğitim sırasında kaç örnek üzerinde aynı anda güncelleme yapacağını belirler. Eğer düşük bir batch size seçilirse model daha sık güncelleme yapar ve eğitim süresini uzatır. Yüksek bir batch size seçilirse daha az güncelleme yapar, eğitim süresini kısaltır fakat bellek kullanımını arttır.</a:t>
            </a:r>
            <a:endParaRPr lang="tr-TR" sz="1600" b="1" noProof="1"/>
          </a:p>
          <a:p>
            <a:endParaRPr lang="tr-TR" noProof="1"/>
          </a:p>
        </p:txBody>
      </p:sp>
      <p:sp>
        <p:nvSpPr>
          <p:cNvPr id="37" name="İçerik Yer Tutucusu 6">
            <a:extLst>
              <a:ext uri="{FF2B5EF4-FFF2-40B4-BE49-F238E27FC236}">
                <a16:creationId xmlns:a16="http://schemas.microsoft.com/office/drawing/2014/main" id="{54323FD5-2AE9-5819-8C9E-016D1EFE02C5}"/>
              </a:ext>
            </a:extLst>
          </p:cNvPr>
          <p:cNvSpPr txBox="1">
            <a:spLocks/>
          </p:cNvSpPr>
          <p:nvPr/>
        </p:nvSpPr>
        <p:spPr>
          <a:xfrm>
            <a:off x="1050649" y="4813971"/>
            <a:ext cx="10090693" cy="58693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EARLY STOPPİNG (ERKEN DURDURMA): </a:t>
            </a:r>
            <a:r>
              <a:rPr lang="tr-TR" sz="1500" noProof="1"/>
              <a:t>Modelin doğruluk ve Loss değerinin belirli bir süre boyunca iyileşmemesi durumunda eğitim sürecini durdurur. Bu sayede modelin overfitting yapmasını engeller.</a:t>
            </a:r>
            <a:endParaRPr lang="tr-TR" sz="1600" b="1" noProof="1"/>
          </a:p>
          <a:p>
            <a:endParaRPr lang="tr-TR" noProof="1"/>
          </a:p>
        </p:txBody>
      </p:sp>
      <p:sp>
        <p:nvSpPr>
          <p:cNvPr id="38" name="İçerik Yer Tutucusu 6">
            <a:extLst>
              <a:ext uri="{FF2B5EF4-FFF2-40B4-BE49-F238E27FC236}">
                <a16:creationId xmlns:a16="http://schemas.microsoft.com/office/drawing/2014/main" id="{A21C13D5-9E15-8238-7416-4496FE5EB4B3}"/>
              </a:ext>
            </a:extLst>
          </p:cNvPr>
          <p:cNvSpPr txBox="1">
            <a:spLocks/>
          </p:cNvSpPr>
          <p:nvPr/>
        </p:nvSpPr>
        <p:spPr>
          <a:xfrm>
            <a:off x="1050649" y="5495395"/>
            <a:ext cx="10090693" cy="58693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CLASS WEİGHTS (SINIF AĞIRLIKLARI): </a:t>
            </a:r>
            <a:r>
              <a:rPr lang="tr-TR" sz="1500" noProof="1"/>
              <a:t>Dengesiz veri setlerinde sınıflar arasındaki dengeyi sağlar. Bu sayede model her sınıfı da eşit derecede öğrenmiş olur.</a:t>
            </a:r>
            <a:endParaRPr lang="tr-TR" sz="1600" b="1" noProof="1"/>
          </a:p>
          <a:p>
            <a:endParaRPr lang="tr-TR" noProof="1"/>
          </a:p>
        </p:txBody>
      </p:sp>
    </p:spTree>
    <p:extLst>
      <p:ext uri="{BB962C8B-B14F-4D97-AF65-F5344CB8AC3E}">
        <p14:creationId xmlns:p14="http://schemas.microsoft.com/office/powerpoint/2010/main" val="2121178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940B1-0ADC-EEFB-9797-4D1AA42666A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2203C2C-7EE1-3E56-4C03-04FCB001E9FA}"/>
              </a:ext>
            </a:extLst>
          </p:cNvPr>
          <p:cNvSpPr>
            <a:spLocks noGrp="1"/>
          </p:cNvSpPr>
          <p:nvPr>
            <p:ph type="ctrTitle"/>
          </p:nvPr>
        </p:nvSpPr>
        <p:spPr>
          <a:xfrm>
            <a:off x="6096000" y="1757516"/>
            <a:ext cx="5673213" cy="3342968"/>
          </a:xfrm>
        </p:spPr>
        <p:txBody>
          <a:bodyPr rtlCol="0"/>
          <a:lstStyle/>
          <a:p>
            <a:pPr algn="ctr" rtl="0"/>
            <a:r>
              <a:rPr lang="tr-TR" dirty="0"/>
              <a:t>YAPAY ZEKA MODELİNİN DEĞERlendirilmesi</a:t>
            </a:r>
          </a:p>
        </p:txBody>
      </p:sp>
    </p:spTree>
    <p:extLst>
      <p:ext uri="{BB962C8B-B14F-4D97-AF65-F5344CB8AC3E}">
        <p14:creationId xmlns:p14="http://schemas.microsoft.com/office/powerpoint/2010/main" val="1081348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FAD2AE59-5630-4D5C-83A9-4CDEF4D7DCFB}"/>
              </a:ext>
            </a:extLst>
          </p:cNvPr>
          <p:cNvSpPr>
            <a:spLocks noGrp="1"/>
          </p:cNvSpPr>
          <p:nvPr>
            <p:ph type="title"/>
          </p:nvPr>
        </p:nvSpPr>
        <p:spPr>
          <a:xfrm>
            <a:off x="2379407" y="935761"/>
            <a:ext cx="8857994" cy="563662"/>
          </a:xfrm>
        </p:spPr>
        <p:txBody>
          <a:bodyPr rtlCol="0"/>
          <a:lstStyle/>
          <a:p>
            <a:pPr algn="ctr" rtl="0"/>
            <a:r>
              <a:rPr lang="tr-TR" b="1" dirty="0"/>
              <a:t>Değerlendirme Metrikleri</a:t>
            </a:r>
          </a:p>
        </p:txBody>
      </p:sp>
      <p:sp>
        <p:nvSpPr>
          <p:cNvPr id="6" name="İçerik Yer Tutucusu 5">
            <a:extLst>
              <a:ext uri="{FF2B5EF4-FFF2-40B4-BE49-F238E27FC236}">
                <a16:creationId xmlns:a16="http://schemas.microsoft.com/office/drawing/2014/main" id="{5A6B31B0-7B84-475D-961F-09C0191F91A2}"/>
              </a:ext>
            </a:extLst>
          </p:cNvPr>
          <p:cNvSpPr>
            <a:spLocks noGrp="1"/>
          </p:cNvSpPr>
          <p:nvPr>
            <p:ph sz="half" idx="2"/>
          </p:nvPr>
        </p:nvSpPr>
        <p:spPr>
          <a:xfrm>
            <a:off x="2379407" y="1893249"/>
            <a:ext cx="8857994" cy="633641"/>
          </a:xfrm>
        </p:spPr>
        <p:txBody>
          <a:bodyPr vert="horz" lIns="91440" tIns="45720" rIns="91440" bIns="45720" rtlCol="0" anchor="t">
            <a:normAutofit/>
          </a:bodyPr>
          <a:lstStyle/>
          <a:p>
            <a:pPr rtl="0"/>
            <a:r>
              <a:rPr lang="tr-TR" sz="1600" b="1" noProof="1"/>
              <a:t>LOSS (KAYIP): </a:t>
            </a:r>
            <a:r>
              <a:rPr lang="tr-TR" sz="1500" noProof="1"/>
              <a:t>Modelin tahminlerinin olması gereken değerden ne kadar uzak olduğunu ölçer.</a:t>
            </a:r>
            <a:br>
              <a:rPr lang="tr-TR" sz="1500" noProof="1"/>
            </a:br>
            <a:r>
              <a:rPr lang="tr-TR" sz="1500" noProof="1"/>
              <a:t>Ne kadar düşük Loss değeri varsa o kadar doğru tahminlerde bulunulduğunu gösterir. </a:t>
            </a:r>
          </a:p>
        </p:txBody>
      </p:sp>
      <p:sp>
        <p:nvSpPr>
          <p:cNvPr id="16" name="İçerik Yer Tutucusu 5">
            <a:extLst>
              <a:ext uri="{FF2B5EF4-FFF2-40B4-BE49-F238E27FC236}">
                <a16:creationId xmlns:a16="http://schemas.microsoft.com/office/drawing/2014/main" id="{D819A8CE-E1D1-2625-74BC-B59B02943BF3}"/>
              </a:ext>
            </a:extLst>
          </p:cNvPr>
          <p:cNvSpPr txBox="1">
            <a:spLocks/>
          </p:cNvSpPr>
          <p:nvPr/>
        </p:nvSpPr>
        <p:spPr>
          <a:xfrm>
            <a:off x="2379407" y="2611005"/>
            <a:ext cx="8857994" cy="633642"/>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ACCURACY (DOĞRULUK): </a:t>
            </a:r>
            <a:r>
              <a:rPr lang="tr-TR" sz="1500" noProof="1"/>
              <a:t>Modelin genel doğruluğunu ölçer. Modelin doğru tahmin ettiği örneklerin toplam örneklere oranını ifade eder. </a:t>
            </a:r>
          </a:p>
        </p:txBody>
      </p:sp>
      <p:sp>
        <p:nvSpPr>
          <p:cNvPr id="17" name="İçerik Yer Tutucusu 5">
            <a:extLst>
              <a:ext uri="{FF2B5EF4-FFF2-40B4-BE49-F238E27FC236}">
                <a16:creationId xmlns:a16="http://schemas.microsoft.com/office/drawing/2014/main" id="{7BAEA272-8B0C-D7DD-1894-7A6221CDA7E8}"/>
              </a:ext>
            </a:extLst>
          </p:cNvPr>
          <p:cNvSpPr txBox="1">
            <a:spLocks/>
          </p:cNvSpPr>
          <p:nvPr/>
        </p:nvSpPr>
        <p:spPr>
          <a:xfrm>
            <a:off x="2379407" y="3328762"/>
            <a:ext cx="8857994" cy="358335"/>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TEST LOSS ve ACCURACY: </a:t>
            </a:r>
            <a:r>
              <a:rPr lang="tr-TR" sz="1500" noProof="1"/>
              <a:t>Modelin test veri seti üzerindeki performansını ölçerler. </a:t>
            </a:r>
          </a:p>
        </p:txBody>
      </p:sp>
      <p:sp>
        <p:nvSpPr>
          <p:cNvPr id="18" name="İçerik Yer Tutucusu 5">
            <a:extLst>
              <a:ext uri="{FF2B5EF4-FFF2-40B4-BE49-F238E27FC236}">
                <a16:creationId xmlns:a16="http://schemas.microsoft.com/office/drawing/2014/main" id="{5D381D65-8A2A-129D-5310-DFD8843436DE}"/>
              </a:ext>
            </a:extLst>
          </p:cNvPr>
          <p:cNvSpPr txBox="1">
            <a:spLocks/>
          </p:cNvSpPr>
          <p:nvPr/>
        </p:nvSpPr>
        <p:spPr>
          <a:xfrm>
            <a:off x="2379407" y="3771212"/>
            <a:ext cx="8857994" cy="702465"/>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VALİDATİON LOSS ve ACCURACY: </a:t>
            </a:r>
            <a:r>
              <a:rPr lang="tr-TR" sz="1500" noProof="1"/>
              <a:t>Modelin doğrulama veri seti üzerindeki performansını ölçerler. </a:t>
            </a:r>
          </a:p>
        </p:txBody>
      </p:sp>
      <p:sp>
        <p:nvSpPr>
          <p:cNvPr id="19" name="İçerik Yer Tutucusu 5">
            <a:extLst>
              <a:ext uri="{FF2B5EF4-FFF2-40B4-BE49-F238E27FC236}">
                <a16:creationId xmlns:a16="http://schemas.microsoft.com/office/drawing/2014/main" id="{BA3CE277-3BB3-6448-F95A-9830E510B72B}"/>
              </a:ext>
            </a:extLst>
          </p:cNvPr>
          <p:cNvSpPr txBox="1">
            <a:spLocks/>
          </p:cNvSpPr>
          <p:nvPr/>
        </p:nvSpPr>
        <p:spPr>
          <a:xfrm>
            <a:off x="2379407" y="4557792"/>
            <a:ext cx="8857994" cy="358335"/>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PRECİSİON (KESİNLİK): </a:t>
            </a:r>
            <a:r>
              <a:rPr lang="tr-TR" sz="1500" noProof="1"/>
              <a:t>Modelin kararlarının ne kadar doğru olduğunu ölçer.</a:t>
            </a:r>
          </a:p>
        </p:txBody>
      </p:sp>
      <p:sp>
        <p:nvSpPr>
          <p:cNvPr id="20" name="İçerik Yer Tutucusu 5">
            <a:extLst>
              <a:ext uri="{FF2B5EF4-FFF2-40B4-BE49-F238E27FC236}">
                <a16:creationId xmlns:a16="http://schemas.microsoft.com/office/drawing/2014/main" id="{ED696512-3A09-B89F-582A-590C9BADAE45}"/>
              </a:ext>
            </a:extLst>
          </p:cNvPr>
          <p:cNvSpPr txBox="1">
            <a:spLocks/>
          </p:cNvSpPr>
          <p:nvPr/>
        </p:nvSpPr>
        <p:spPr>
          <a:xfrm>
            <a:off x="2379407" y="5000242"/>
            <a:ext cx="8857994" cy="358335"/>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RECALL (DUYARLILIK): </a:t>
            </a:r>
            <a:r>
              <a:rPr lang="tr-TR" sz="1500" noProof="1"/>
              <a:t>Modelin doğru kararlarının ne kadar doğru olduğunu ölçer.</a:t>
            </a:r>
          </a:p>
        </p:txBody>
      </p:sp>
      <p:sp>
        <p:nvSpPr>
          <p:cNvPr id="21" name="İçerik Yer Tutucusu 5">
            <a:extLst>
              <a:ext uri="{FF2B5EF4-FFF2-40B4-BE49-F238E27FC236}">
                <a16:creationId xmlns:a16="http://schemas.microsoft.com/office/drawing/2014/main" id="{618BC0D7-A588-D000-31FD-575A9117F277}"/>
              </a:ext>
            </a:extLst>
          </p:cNvPr>
          <p:cNvSpPr txBox="1">
            <a:spLocks/>
          </p:cNvSpPr>
          <p:nvPr/>
        </p:nvSpPr>
        <p:spPr>
          <a:xfrm>
            <a:off x="2379407" y="5442692"/>
            <a:ext cx="8857994" cy="358335"/>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F1-SKORU: </a:t>
            </a:r>
            <a:r>
              <a:rPr lang="tr-TR" sz="1500" noProof="1"/>
              <a:t>Precision ve Recall değerlerinin ortalamasını ölçer.</a:t>
            </a:r>
          </a:p>
        </p:txBody>
      </p:sp>
    </p:spTree>
    <p:extLst>
      <p:ext uri="{BB962C8B-B14F-4D97-AF65-F5344CB8AC3E}">
        <p14:creationId xmlns:p14="http://schemas.microsoft.com/office/powerpoint/2010/main" val="1057409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9605AF1-623C-4E09-AB5D-8DD0571489F6}"/>
              </a:ext>
            </a:extLst>
          </p:cNvPr>
          <p:cNvSpPr>
            <a:spLocks noGrp="1"/>
          </p:cNvSpPr>
          <p:nvPr>
            <p:ph type="title"/>
          </p:nvPr>
        </p:nvSpPr>
        <p:spPr>
          <a:xfrm>
            <a:off x="3687097" y="543173"/>
            <a:ext cx="7954297" cy="567872"/>
          </a:xfrm>
        </p:spPr>
        <p:txBody>
          <a:bodyPr rtlCol="0">
            <a:normAutofit fontScale="90000"/>
          </a:bodyPr>
          <a:lstStyle/>
          <a:p>
            <a:pPr algn="ctr" rtl="0"/>
            <a:r>
              <a:rPr lang="tr-TR" b="1" dirty="0"/>
              <a:t>Modelin SINIFLANDIRMA BAŞARI GRAFİĞİ</a:t>
            </a:r>
          </a:p>
        </p:txBody>
      </p:sp>
      <p:pic>
        <p:nvPicPr>
          <p:cNvPr id="23" name="Resim 22" descr="metin, ekran görüntüsü, çizgi, diyagram içeren bir resim&#10;&#10;Açıklama otomatik olarak oluşturuldu">
            <a:extLst>
              <a:ext uri="{FF2B5EF4-FFF2-40B4-BE49-F238E27FC236}">
                <a16:creationId xmlns:a16="http://schemas.microsoft.com/office/drawing/2014/main" id="{684AA930-35ED-0B7B-98BD-7A2153397DCC}"/>
              </a:ext>
            </a:extLst>
          </p:cNvPr>
          <p:cNvPicPr>
            <a:picLocks noChangeAspect="1"/>
          </p:cNvPicPr>
          <p:nvPr/>
        </p:nvPicPr>
        <p:blipFill>
          <a:blip r:embed="rId3"/>
          <a:stretch>
            <a:fillRect/>
          </a:stretch>
        </p:blipFill>
        <p:spPr>
          <a:xfrm>
            <a:off x="5494253" y="1234435"/>
            <a:ext cx="5852172" cy="4389129"/>
          </a:xfrm>
          <a:prstGeom prst="rect">
            <a:avLst/>
          </a:prstGeom>
        </p:spPr>
      </p:pic>
    </p:spTree>
    <p:extLst>
      <p:ext uri="{BB962C8B-B14F-4D97-AF65-F5344CB8AC3E}">
        <p14:creationId xmlns:p14="http://schemas.microsoft.com/office/powerpoint/2010/main" val="1472106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971188AF-1B8F-40DD-90B1-DC0F52BA46BA}"/>
              </a:ext>
            </a:extLst>
          </p:cNvPr>
          <p:cNvSpPr>
            <a:spLocks noGrp="1"/>
          </p:cNvSpPr>
          <p:nvPr>
            <p:ph type="title"/>
          </p:nvPr>
        </p:nvSpPr>
        <p:spPr>
          <a:xfrm>
            <a:off x="838200" y="419099"/>
            <a:ext cx="10515600" cy="576943"/>
          </a:xfrm>
        </p:spPr>
        <p:txBody>
          <a:bodyPr lIns="0" rtlCol="0"/>
          <a:lstStyle/>
          <a:p>
            <a:pPr algn="ctr" rtl="0"/>
            <a:r>
              <a:rPr lang="tr-TR" b="1" dirty="0"/>
              <a:t>MODELİN SINIF BAZLI KARAR GRAFİĞİ</a:t>
            </a:r>
          </a:p>
        </p:txBody>
      </p:sp>
      <p:cxnSp>
        <p:nvCxnSpPr>
          <p:cNvPr id="10" name="Düz Bağlayıcı 9">
            <a:extLst>
              <a:ext uri="{FF2B5EF4-FFF2-40B4-BE49-F238E27FC236}">
                <a16:creationId xmlns:a16="http://schemas.microsoft.com/office/drawing/2014/main" id="{B98F823A-E7BB-4668-930B-C119B7771E74}"/>
              </a:ext>
              <a:ext uri="{C183D7F6-B498-43B3-948B-1728B52AA6E4}">
                <adec:decorative xmlns:adec="http://schemas.microsoft.com/office/drawing/2017/decorative" val="1"/>
              </a:ext>
            </a:extLst>
          </p:cNvPr>
          <p:cNvCxnSpPr>
            <a:cxnSpLocks/>
          </p:cNvCxnSpPr>
          <p:nvPr/>
        </p:nvCxnSpPr>
        <p:spPr>
          <a:xfrm>
            <a:off x="10178143" y="0"/>
            <a:ext cx="2013857" cy="1415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Düz Bağlayıcı 11">
            <a:extLst>
              <a:ext uri="{FF2B5EF4-FFF2-40B4-BE49-F238E27FC236}">
                <a16:creationId xmlns:a16="http://schemas.microsoft.com/office/drawing/2014/main" id="{5173C4F3-0B20-4720-9910-82CE4DCE4DBF}"/>
              </a:ext>
              <a:ext uri="{C183D7F6-B498-43B3-948B-1728B52AA6E4}">
                <adec:decorative xmlns:adec="http://schemas.microsoft.com/office/drawing/2017/decorative" val="1"/>
              </a:ext>
            </a:extLst>
          </p:cNvPr>
          <p:cNvCxnSpPr>
            <a:cxnSpLocks/>
          </p:cNvCxnSpPr>
          <p:nvPr/>
        </p:nvCxnSpPr>
        <p:spPr>
          <a:xfrm>
            <a:off x="8752114" y="0"/>
            <a:ext cx="3439886" cy="576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Resim 17" descr="metin, ekran görüntüsü, diyagram, dikdörtgen içeren bir resim&#10;&#10;Açıklama otomatik olarak oluşturuldu">
            <a:extLst>
              <a:ext uri="{FF2B5EF4-FFF2-40B4-BE49-F238E27FC236}">
                <a16:creationId xmlns:a16="http://schemas.microsoft.com/office/drawing/2014/main" id="{E1460A67-DAC9-D63B-7D70-D03802843F84}"/>
              </a:ext>
            </a:extLst>
          </p:cNvPr>
          <p:cNvPicPr>
            <a:picLocks noChangeAspect="1"/>
          </p:cNvPicPr>
          <p:nvPr/>
        </p:nvPicPr>
        <p:blipFill>
          <a:blip r:embed="rId3"/>
          <a:stretch>
            <a:fillRect/>
          </a:stretch>
        </p:blipFill>
        <p:spPr>
          <a:xfrm>
            <a:off x="1137732" y="1206557"/>
            <a:ext cx="9916536" cy="4958268"/>
          </a:xfrm>
          <a:prstGeom prst="rect">
            <a:avLst/>
          </a:prstGeom>
        </p:spPr>
      </p:pic>
    </p:spTree>
    <p:extLst>
      <p:ext uri="{BB962C8B-B14F-4D97-AF65-F5344CB8AC3E}">
        <p14:creationId xmlns:p14="http://schemas.microsoft.com/office/powerpoint/2010/main" val="460935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Başlık 7">
            <a:extLst>
              <a:ext uri="{FF2B5EF4-FFF2-40B4-BE49-F238E27FC236}">
                <a16:creationId xmlns:a16="http://schemas.microsoft.com/office/drawing/2014/main" id="{46B1B183-4CD6-741B-F454-A46A81F89E47}"/>
              </a:ext>
            </a:extLst>
          </p:cNvPr>
          <p:cNvSpPr>
            <a:spLocks noGrp="1"/>
          </p:cNvSpPr>
          <p:nvPr>
            <p:ph type="title"/>
          </p:nvPr>
        </p:nvSpPr>
        <p:spPr>
          <a:xfrm>
            <a:off x="838200" y="365126"/>
            <a:ext cx="10515600" cy="578771"/>
          </a:xfrm>
        </p:spPr>
        <p:txBody>
          <a:bodyPr/>
          <a:lstStyle/>
          <a:p>
            <a:r>
              <a:rPr lang="tr-TR" b="1" dirty="0"/>
              <a:t>EPOCH ANALİZ GRAFİĞİ</a:t>
            </a:r>
          </a:p>
        </p:txBody>
      </p:sp>
      <p:pic>
        <p:nvPicPr>
          <p:cNvPr id="13" name="Resim 12" descr="metin, diyagram, çizgi, öykü gelişim çizgisi; kumpas; grafiğini çıkarma içeren bir resim&#10;&#10;Açıklama otomatik olarak oluşturuldu">
            <a:extLst>
              <a:ext uri="{FF2B5EF4-FFF2-40B4-BE49-F238E27FC236}">
                <a16:creationId xmlns:a16="http://schemas.microsoft.com/office/drawing/2014/main" id="{2AF7C687-89DE-9469-F59F-D010753B8C0C}"/>
              </a:ext>
            </a:extLst>
          </p:cNvPr>
          <p:cNvPicPr>
            <a:picLocks noChangeAspect="1"/>
          </p:cNvPicPr>
          <p:nvPr/>
        </p:nvPicPr>
        <p:blipFill>
          <a:blip r:embed="rId3"/>
          <a:stretch>
            <a:fillRect/>
          </a:stretch>
        </p:blipFill>
        <p:spPr>
          <a:xfrm>
            <a:off x="1039750" y="1093838"/>
            <a:ext cx="10314050" cy="5157025"/>
          </a:xfrm>
          <a:prstGeom prst="rect">
            <a:avLst/>
          </a:prstGeom>
        </p:spPr>
      </p:pic>
    </p:spTree>
    <p:extLst>
      <p:ext uri="{BB962C8B-B14F-4D97-AF65-F5344CB8AC3E}">
        <p14:creationId xmlns:p14="http://schemas.microsoft.com/office/powerpoint/2010/main" val="566997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CAEE93-8585-46D4-A7EC-F184E317CB2E}"/>
              </a:ext>
            </a:extLst>
          </p:cNvPr>
          <p:cNvSpPr>
            <a:spLocks noGrp="1"/>
          </p:cNvSpPr>
          <p:nvPr>
            <p:ph type="ctrTitle"/>
          </p:nvPr>
        </p:nvSpPr>
        <p:spPr>
          <a:xfrm>
            <a:off x="3303638" y="3055384"/>
            <a:ext cx="8288594" cy="567813"/>
          </a:xfrm>
        </p:spPr>
        <p:txBody>
          <a:bodyPr rtlCol="0"/>
          <a:lstStyle/>
          <a:p>
            <a:pPr rtl="0"/>
            <a:r>
              <a:rPr lang="tr-TR" sz="3000" dirty="0"/>
              <a:t>Beni dinlediğiniz için TEŞEKKÜRLER</a:t>
            </a:r>
          </a:p>
        </p:txBody>
      </p:sp>
      <p:sp>
        <p:nvSpPr>
          <p:cNvPr id="3" name="İçerik Yer Tutucusu 2">
            <a:extLst>
              <a:ext uri="{FF2B5EF4-FFF2-40B4-BE49-F238E27FC236}">
                <a16:creationId xmlns:a16="http://schemas.microsoft.com/office/drawing/2014/main" id="{24AFFC60-19C3-4901-93F7-7AAF4C09F8C6}"/>
              </a:ext>
            </a:extLst>
          </p:cNvPr>
          <p:cNvSpPr>
            <a:spLocks noGrp="1"/>
          </p:cNvSpPr>
          <p:nvPr>
            <p:ph type="subTitle" idx="1"/>
          </p:nvPr>
        </p:nvSpPr>
        <p:spPr>
          <a:xfrm>
            <a:off x="8930675" y="3639122"/>
            <a:ext cx="2661557" cy="479427"/>
          </a:xfrm>
        </p:spPr>
        <p:txBody>
          <a:bodyPr rtlCol="0">
            <a:normAutofit/>
          </a:bodyPr>
          <a:lstStyle/>
          <a:p>
            <a:pPr rtl="0"/>
            <a:r>
              <a:rPr lang="tr-TR" dirty="0"/>
              <a:t>Esat DÜNDAR - 220610035</a:t>
            </a:r>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Tek Çizgili">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8877_TF22318419_Win32" id="{53341AA4-6F95-4EB6-81E0-A506E22DE5A3}" vid="{103D588D-55EF-41EB-93E0-001907867DD5}"/>
    </a:ext>
  </a:extLst>
</a:theme>
</file>

<file path=ppt/theme/theme2.xml><?xml version="1.0" encoding="utf-8"?>
<a:theme xmlns:a="http://schemas.openxmlformats.org/drawingml/2006/main" name="Ofis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is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01E84A1C-2814-43A7-9448-348326113A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D446390-8521-40A2-A462-EA068123BED9}">
  <ds:schemaRefs>
    <ds:schemaRef ds:uri="http://schemas.microsoft.com/sharepoint/v3/contenttype/forms"/>
  </ds:schemaRefs>
</ds:datastoreItem>
</file>

<file path=customXml/itemProps3.xml><?xml version="1.0" encoding="utf-8"?>
<ds:datastoreItem xmlns:ds="http://schemas.openxmlformats.org/officeDocument/2006/customXml" ds:itemID="{B5BA3906-9696-4247-AC0D-DD5C26B2A70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Minimalist satış tanıtımı</Template>
  <TotalTime>289</TotalTime>
  <Words>1090</Words>
  <Application>Microsoft Office PowerPoint</Application>
  <PresentationFormat>Geniş ekran</PresentationFormat>
  <Paragraphs>76</Paragraphs>
  <Slides>15</Slides>
  <Notes>15</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15</vt:i4>
      </vt:variant>
    </vt:vector>
  </HeadingPairs>
  <TitlesOfParts>
    <vt:vector size="18" baseType="lpstr">
      <vt:lpstr>Arial</vt:lpstr>
      <vt:lpstr>Calibri</vt:lpstr>
      <vt:lpstr>Tek Çizgili</vt:lpstr>
      <vt:lpstr>Derin öğrenme - NLP ile Metinden Depresyon ANALİZİ</vt:lpstr>
      <vt:lpstr>Projenin  Amacı ve Önemi</vt:lpstr>
      <vt:lpstr>PowerPoint Sunusu</vt:lpstr>
      <vt:lpstr>Veri Seti</vt:lpstr>
      <vt:lpstr>Veri Analizinde Kullanılan Yöntemler</vt:lpstr>
      <vt:lpstr>Veri işleme ve ön hazırlık</vt:lpstr>
      <vt:lpstr>YAPAY ZEKA MODELİNİN OLUŞTURULMASI ve Eğitilmesi </vt:lpstr>
      <vt:lpstr>MODELİN YAPILANDIRILMASI</vt:lpstr>
      <vt:lpstr>MODELİN EĞİTİLMESİ</vt:lpstr>
      <vt:lpstr>YAPAY ZEKA MODELİNİN DEĞERlendirilmesi</vt:lpstr>
      <vt:lpstr>Değerlendirme Metrikleri</vt:lpstr>
      <vt:lpstr>Modelin SINIFLANDIRMA BAŞARI GRAFİĞİ</vt:lpstr>
      <vt:lpstr>MODELİN SINIF BAZLI KARAR GRAFİĞİ</vt:lpstr>
      <vt:lpstr>EPOCH ANALİZ GRAFİĞİ</vt:lpstr>
      <vt:lpstr>Beni dinlediğiniz için TEŞEKKÜRLER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Esat Dundar</dc:creator>
  <cp:lastModifiedBy>Esat Dundar</cp:lastModifiedBy>
  <cp:revision>214</cp:revision>
  <dcterms:created xsi:type="dcterms:W3CDTF">2024-12-09T18:02:33Z</dcterms:created>
  <dcterms:modified xsi:type="dcterms:W3CDTF">2024-12-09T22:56:02Z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